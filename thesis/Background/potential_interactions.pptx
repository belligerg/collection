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1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ChrisAndLucy\Desktop\Reports\Thesis\Background\potential_interaction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marker>
            <c:symbol val="none"/>
          </c:marker>
          <c:cat>
            <c:numRef>
              <c:f>Sheet1!$H$2:$H$20</c:f>
              <c:numCache>
                <c:formatCode>General</c:formatCode>
                <c:ptCount val="19"/>
                <c:pt idx="0">
                  <c:v>1</c:v>
                </c:pt>
                <c:pt idx="1">
                  <c:v>1.05</c:v>
                </c:pt>
                <c:pt idx="2">
                  <c:v>1.1000000000000001</c:v>
                </c:pt>
                <c:pt idx="3">
                  <c:v>1.1499999999999999</c:v>
                </c:pt>
                <c:pt idx="4">
                  <c:v>1.2</c:v>
                </c:pt>
                <c:pt idx="5">
                  <c:v>1.25</c:v>
                </c:pt>
                <c:pt idx="6">
                  <c:v>1.3</c:v>
                </c:pt>
                <c:pt idx="7">
                  <c:v>1.35</c:v>
                </c:pt>
                <c:pt idx="8">
                  <c:v>1.4</c:v>
                </c:pt>
                <c:pt idx="9">
                  <c:v>1.45</c:v>
                </c:pt>
                <c:pt idx="10">
                  <c:v>1.5</c:v>
                </c:pt>
                <c:pt idx="11">
                  <c:v>1.55</c:v>
                </c:pt>
                <c:pt idx="12">
                  <c:v>1.6</c:v>
                </c:pt>
                <c:pt idx="13">
                  <c:v>1.65</c:v>
                </c:pt>
                <c:pt idx="14">
                  <c:v>1.7</c:v>
                </c:pt>
                <c:pt idx="15">
                  <c:v>1.75</c:v>
                </c:pt>
                <c:pt idx="16">
                  <c:v>1.8</c:v>
                </c:pt>
                <c:pt idx="17">
                  <c:v>1.85</c:v>
                </c:pt>
                <c:pt idx="18">
                  <c:v>1.9</c:v>
                </c:pt>
              </c:numCache>
            </c:numRef>
          </c:cat>
          <c:val>
            <c:numRef>
              <c:f>Sheet1!$I$2:$I$20</c:f>
              <c:numCache>
                <c:formatCode>General</c:formatCode>
                <c:ptCount val="19"/>
                <c:pt idx="0">
                  <c:v>2.0249999999999995</c:v>
                </c:pt>
                <c:pt idx="1">
                  <c:v>1.5999999999999992</c:v>
                </c:pt>
                <c:pt idx="2">
                  <c:v>1.224999999999999</c:v>
                </c:pt>
                <c:pt idx="3">
                  <c:v>0.90000000000000024</c:v>
                </c:pt>
                <c:pt idx="4">
                  <c:v>0.625</c:v>
                </c:pt>
                <c:pt idx="5">
                  <c:v>0.3999999999999998</c:v>
                </c:pt>
                <c:pt idx="6">
                  <c:v>0.22499999999999976</c:v>
                </c:pt>
                <c:pt idx="7">
                  <c:v>9.9999999999999742E-2</c:v>
                </c:pt>
                <c:pt idx="8">
                  <c:v>2.5000000000000043E-2</c:v>
                </c:pt>
                <c:pt idx="9">
                  <c:v>0</c:v>
                </c:pt>
                <c:pt idx="10">
                  <c:v>2.5000000000000043E-2</c:v>
                </c:pt>
                <c:pt idx="11">
                  <c:v>0.10000000000000017</c:v>
                </c:pt>
                <c:pt idx="12">
                  <c:v>0.22500000000000042</c:v>
                </c:pt>
                <c:pt idx="13">
                  <c:v>0.3999999999999998</c:v>
                </c:pt>
                <c:pt idx="14">
                  <c:v>0.625</c:v>
                </c:pt>
                <c:pt idx="15">
                  <c:v>0.90000000000000024</c:v>
                </c:pt>
                <c:pt idx="16">
                  <c:v>1.2250000000000008</c:v>
                </c:pt>
                <c:pt idx="17">
                  <c:v>1.6000000000000012</c:v>
                </c:pt>
                <c:pt idx="18">
                  <c:v>2.0249999999999995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0046464"/>
        <c:axId val="70048384"/>
      </c:lineChart>
      <c:catAx>
        <c:axId val="7004646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GB" sz="1200" dirty="0" smtClean="0"/>
                  <a:t>Distance</a:t>
                </a:r>
                <a:endParaRPr lang="en-GB" sz="1200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70048384"/>
        <c:crosses val="autoZero"/>
        <c:auto val="1"/>
        <c:lblAlgn val="ctr"/>
        <c:lblOffset val="100"/>
        <c:noMultiLvlLbl val="0"/>
      </c:catAx>
      <c:valAx>
        <c:axId val="70048384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GB" sz="1200" dirty="0" smtClean="0"/>
                  <a:t>Energy</a:t>
                </a:r>
                <a:endParaRPr lang="en-GB" sz="1200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70046464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marker>
            <c:symbol val="none"/>
          </c:marker>
          <c:cat>
            <c:numRef>
              <c:f>Sheet1!$F$25:$F$96</c:f>
              <c:numCache>
                <c:formatCode>General</c:formatCode>
                <c:ptCount val="72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  <c:pt idx="21">
                  <c:v>105</c:v>
                </c:pt>
                <c:pt idx="22">
                  <c:v>110</c:v>
                </c:pt>
                <c:pt idx="23">
                  <c:v>115</c:v>
                </c:pt>
                <c:pt idx="24">
                  <c:v>120</c:v>
                </c:pt>
                <c:pt idx="25">
                  <c:v>125</c:v>
                </c:pt>
                <c:pt idx="26">
                  <c:v>130</c:v>
                </c:pt>
                <c:pt idx="27">
                  <c:v>135</c:v>
                </c:pt>
                <c:pt idx="28">
                  <c:v>140</c:v>
                </c:pt>
                <c:pt idx="29">
                  <c:v>145</c:v>
                </c:pt>
                <c:pt idx="30">
                  <c:v>150</c:v>
                </c:pt>
                <c:pt idx="31">
                  <c:v>155</c:v>
                </c:pt>
                <c:pt idx="32">
                  <c:v>160</c:v>
                </c:pt>
                <c:pt idx="33">
                  <c:v>165</c:v>
                </c:pt>
                <c:pt idx="34">
                  <c:v>170</c:v>
                </c:pt>
                <c:pt idx="35">
                  <c:v>175</c:v>
                </c:pt>
                <c:pt idx="36">
                  <c:v>180</c:v>
                </c:pt>
                <c:pt idx="37">
                  <c:v>185</c:v>
                </c:pt>
                <c:pt idx="38">
                  <c:v>190</c:v>
                </c:pt>
                <c:pt idx="39">
                  <c:v>195</c:v>
                </c:pt>
                <c:pt idx="40">
                  <c:v>200</c:v>
                </c:pt>
                <c:pt idx="41">
                  <c:v>205</c:v>
                </c:pt>
                <c:pt idx="42">
                  <c:v>210</c:v>
                </c:pt>
                <c:pt idx="43">
                  <c:v>215</c:v>
                </c:pt>
                <c:pt idx="44">
                  <c:v>220</c:v>
                </c:pt>
                <c:pt idx="45">
                  <c:v>225</c:v>
                </c:pt>
                <c:pt idx="46">
                  <c:v>230</c:v>
                </c:pt>
                <c:pt idx="47">
                  <c:v>235</c:v>
                </c:pt>
                <c:pt idx="48">
                  <c:v>240</c:v>
                </c:pt>
                <c:pt idx="49">
                  <c:v>245</c:v>
                </c:pt>
                <c:pt idx="50">
                  <c:v>250</c:v>
                </c:pt>
                <c:pt idx="51">
                  <c:v>255</c:v>
                </c:pt>
                <c:pt idx="52">
                  <c:v>260</c:v>
                </c:pt>
                <c:pt idx="53">
                  <c:v>265</c:v>
                </c:pt>
                <c:pt idx="54">
                  <c:v>270</c:v>
                </c:pt>
                <c:pt idx="55">
                  <c:v>275</c:v>
                </c:pt>
                <c:pt idx="56">
                  <c:v>280</c:v>
                </c:pt>
                <c:pt idx="57">
                  <c:v>285</c:v>
                </c:pt>
                <c:pt idx="58">
                  <c:v>290</c:v>
                </c:pt>
                <c:pt idx="59">
                  <c:v>295</c:v>
                </c:pt>
                <c:pt idx="60">
                  <c:v>300</c:v>
                </c:pt>
                <c:pt idx="61">
                  <c:v>305</c:v>
                </c:pt>
                <c:pt idx="62">
                  <c:v>310</c:v>
                </c:pt>
                <c:pt idx="63">
                  <c:v>315</c:v>
                </c:pt>
                <c:pt idx="64">
                  <c:v>320</c:v>
                </c:pt>
                <c:pt idx="65">
                  <c:v>325</c:v>
                </c:pt>
                <c:pt idx="66">
                  <c:v>330</c:v>
                </c:pt>
                <c:pt idx="67">
                  <c:v>335</c:v>
                </c:pt>
                <c:pt idx="68">
                  <c:v>340</c:v>
                </c:pt>
                <c:pt idx="69">
                  <c:v>345</c:v>
                </c:pt>
                <c:pt idx="70">
                  <c:v>350</c:v>
                </c:pt>
                <c:pt idx="71">
                  <c:v>355</c:v>
                </c:pt>
              </c:numCache>
            </c:numRef>
          </c:cat>
          <c:val>
            <c:numRef>
              <c:f>Sheet1!$G$25:$G$96</c:f>
              <c:numCache>
                <c:formatCode>General</c:formatCode>
                <c:ptCount val="72"/>
                <c:pt idx="0">
                  <c:v>15.403023058681399</c:v>
                </c:pt>
                <c:pt idx="1">
                  <c:v>13.153223623952686</c:v>
                </c:pt>
                <c:pt idx="2">
                  <c:v>10.707372016677027</c:v>
                </c:pt>
                <c:pt idx="3">
                  <c:v>8.2175394435050801</c:v>
                </c:pt>
                <c:pt idx="4">
                  <c:v>5.8385316345285769</c:v>
                </c:pt>
                <c:pt idx="5">
                  <c:v>3.7182637727726089</c:v>
                </c:pt>
                <c:pt idx="6">
                  <c:v>1.988563844530663</c:v>
                </c:pt>
                <c:pt idx="7">
                  <c:v>0.75697621367536438</c:v>
                </c:pt>
                <c:pt idx="8">
                  <c:v>0.10007503399554585</c:v>
                </c:pt>
                <c:pt idx="9">
                  <c:v>5.870323919453746E-2</c:v>
                </c:pt>
                <c:pt idx="10">
                  <c:v>0.63543312709203659</c:v>
                </c:pt>
                <c:pt idx="11">
                  <c:v>1.7944064266043924</c:v>
                </c:pt>
                <c:pt idx="12">
                  <c:v>3.4635637913638808</c:v>
                </c:pt>
                <c:pt idx="13">
                  <c:v>5.5391251008620728</c:v>
                </c:pt>
                <c:pt idx="14">
                  <c:v>7.892042005692204</c:v>
                </c:pt>
                <c:pt idx="15">
                  <c:v>10.376021528879766</c:v>
                </c:pt>
                <c:pt idx="16">
                  <c:v>12.836621854632263</c:v>
                </c:pt>
                <c:pt idx="17">
                  <c:v>15.120854772418406</c:v>
                </c:pt>
                <c:pt idx="18">
                  <c:v>17.086697742912598</c:v>
                </c:pt>
                <c:pt idx="19">
                  <c:v>18.611924171615208</c:v>
                </c:pt>
                <c:pt idx="20">
                  <c:v>19.601702866503658</c:v>
                </c:pt>
                <c:pt idx="21">
                  <c:v>19.994494182244992</c:v>
                </c:pt>
                <c:pt idx="22">
                  <c:v>19.765876257280233</c:v>
                </c:pt>
                <c:pt idx="23">
                  <c:v>18.930063446890767</c:v>
                </c:pt>
                <c:pt idx="24">
                  <c:v>17.539022543433049</c:v>
                </c:pt>
                <c:pt idx="25">
                  <c:v>15.679241732886949</c:v>
                </c:pt>
                <c:pt idx="26">
                  <c:v>13.466353178350259</c:v>
                </c:pt>
                <c:pt idx="27">
                  <c:v>11.03794357219253</c:v>
                </c:pt>
                <c:pt idx="28">
                  <c:v>8.5449996619138648</c:v>
                </c:pt>
                <c:pt idx="29">
                  <c:v>6.1425206254777818</c:v>
                </c:pt>
                <c:pt idx="30">
                  <c:v>3.9798809731517637</c:v>
                </c:pt>
                <c:pt idx="31">
                  <c:v>2.1915431639425087</c:v>
                </c:pt>
                <c:pt idx="32">
                  <c:v>0.8886973811532306</c:v>
                </c:pt>
                <c:pt idx="33">
                  <c:v>0.15234826532676382</c:v>
                </c:pt>
                <c:pt idx="34">
                  <c:v>2.8278438036215547E-2</c:v>
                </c:pt>
                <c:pt idx="35">
                  <c:v>0.5242019602200676</c:v>
                </c:pt>
                <c:pt idx="36">
                  <c:v>1.6092847092354756</c:v>
                </c:pt>
                <c:pt idx="37">
                  <c:v>3.2160614952615472</c:v>
                </c:pt>
                <c:pt idx="38">
                  <c:v>5.2446307200400755</c:v>
                </c:pt>
                <c:pt idx="39">
                  <c:v>7.5688657743897005</c:v>
                </c:pt>
                <c:pt idx="40">
                  <c:v>10.044256979880508</c:v>
                </c:pt>
                <c:pt idx="41">
                  <c:v>12.516896500717545</c:v>
                </c:pt>
                <c:pt idx="42">
                  <c:v>14.833047587530059</c:v>
                </c:pt>
                <c:pt idx="43">
                  <c:v>16.848703183835532</c:v>
                </c:pt>
                <c:pt idx="44">
                  <c:v>18.438539587324922</c:v>
                </c:pt>
                <c:pt idx="45">
                  <c:v>19.503708470676735</c:v>
                </c:pt>
                <c:pt idx="46">
                  <c:v>19.977982791785806</c:v>
                </c:pt>
                <c:pt idx="47">
                  <c:v>19.831874470475917</c:v>
                </c:pt>
                <c:pt idx="48">
                  <c:v>19.074467814501965</c:v>
                </c:pt>
                <c:pt idx="49">
                  <c:v>17.752854701292879</c:v>
                </c:pt>
                <c:pt idx="50">
                  <c:v>15.949206633098921</c:v>
                </c:pt>
                <c:pt idx="51">
                  <c:v>13.775665710972934</c:v>
                </c:pt>
                <c:pt idx="52">
                  <c:v>11.367372182078338</c:v>
                </c:pt>
                <c:pt idx="53">
                  <c:v>8.8740620736616442</c:v>
                </c:pt>
                <c:pt idx="54">
                  <c:v>6.4507573321129508</c:v>
                </c:pt>
                <c:pt idx="55">
                  <c:v>4.248127309175973</c:v>
                </c:pt>
                <c:pt idx="56">
                  <c:v>2.4031208714117867</c:v>
                </c:pt>
                <c:pt idx="57">
                  <c:v>1.030451582977111</c:v>
                </c:pt>
                <c:pt idx="58">
                  <c:v>0.21546537181115766</c:v>
                </c:pt>
                <c:pt idx="59">
                  <c:v>8.8341332026597996E-3</c:v>
                </c:pt>
                <c:pt idx="60">
                  <c:v>0.4234051967661534</c:v>
                </c:pt>
                <c:pt idx="61">
                  <c:v>1.4334025417115759</c:v>
                </c:pt>
                <c:pt idx="62">
                  <c:v>2.9760294249728645</c:v>
                </c:pt>
                <c:pt idx="63">
                  <c:v>4.9553727785407196</c:v>
                </c:pt>
                <c:pt idx="64">
                  <c:v>7.2483666194840302</c:v>
                </c:pt>
                <c:pt idx="65">
                  <c:v>9.712443696708128</c:v>
                </c:pt>
                <c:pt idx="66">
                  <c:v>12.194399632114594</c:v>
                </c:pt>
                <c:pt idx="67">
                  <c:v>14.539918426798069</c:v>
                </c:pt>
                <c:pt idx="68">
                  <c:v>16.603167082440802</c:v>
                </c:pt>
                <c:pt idx="69">
                  <c:v>18.255862790817389</c:v>
                </c:pt>
                <c:pt idx="70">
                  <c:v>19.39524893748256</c:v>
                </c:pt>
                <c:pt idx="71">
                  <c:v>19.950484010363787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4803456"/>
        <c:axId val="74822016"/>
      </c:lineChart>
      <c:catAx>
        <c:axId val="7480345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GB" sz="1200" dirty="0" smtClean="0"/>
                  <a:t>Dihedral Angle</a:t>
                </a:r>
                <a:endParaRPr lang="en-GB" sz="1200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74822016"/>
        <c:crosses val="autoZero"/>
        <c:auto val="1"/>
        <c:lblAlgn val="ctr"/>
        <c:lblOffset val="100"/>
        <c:noMultiLvlLbl val="0"/>
      </c:catAx>
      <c:valAx>
        <c:axId val="74822016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GB" sz="1200" dirty="0" smtClean="0"/>
                  <a:t>Energy</a:t>
                </a:r>
                <a:endParaRPr lang="en-GB" sz="1200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74803456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5319685039370079"/>
          <c:y val="4.0276665345077574E-2"/>
          <c:w val="0.69859164479440072"/>
          <c:h val="0.67262076829648687"/>
        </c:manualLayout>
      </c:layout>
      <c:scatterChart>
        <c:scatterStyle val="smoothMarker"/>
        <c:varyColors val="0"/>
        <c:ser>
          <c:idx val="0"/>
          <c:order val="0"/>
          <c:tx>
            <c:v>Electrostatics</c:v>
          </c:tx>
          <c:marker>
            <c:symbol val="none"/>
          </c:marker>
          <c:xVal>
            <c:numRef>
              <c:f>Sheet1!$M$68:$M$127</c:f>
              <c:numCache>
                <c:formatCode>General</c:formatCode>
                <c:ptCount val="6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1.1000000000000001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1.8</c:v>
                </c:pt>
                <c:pt idx="18">
                  <c:v>1.9</c:v>
                </c:pt>
                <c:pt idx="19">
                  <c:v>2</c:v>
                </c:pt>
                <c:pt idx="20">
                  <c:v>2.1</c:v>
                </c:pt>
                <c:pt idx="21">
                  <c:v>2.2000000000000002</c:v>
                </c:pt>
                <c:pt idx="22">
                  <c:v>2.2999999999999998</c:v>
                </c:pt>
                <c:pt idx="23">
                  <c:v>2.4</c:v>
                </c:pt>
                <c:pt idx="24">
                  <c:v>2.5</c:v>
                </c:pt>
                <c:pt idx="25">
                  <c:v>2.6</c:v>
                </c:pt>
                <c:pt idx="26">
                  <c:v>2.7</c:v>
                </c:pt>
                <c:pt idx="27">
                  <c:v>2.8</c:v>
                </c:pt>
                <c:pt idx="28">
                  <c:v>2.9</c:v>
                </c:pt>
                <c:pt idx="29">
                  <c:v>3</c:v>
                </c:pt>
                <c:pt idx="30">
                  <c:v>3.1</c:v>
                </c:pt>
                <c:pt idx="31">
                  <c:v>3.2</c:v>
                </c:pt>
                <c:pt idx="32">
                  <c:v>3.3</c:v>
                </c:pt>
                <c:pt idx="33">
                  <c:v>3.4</c:v>
                </c:pt>
                <c:pt idx="34">
                  <c:v>3.5</c:v>
                </c:pt>
                <c:pt idx="35">
                  <c:v>3.6</c:v>
                </c:pt>
                <c:pt idx="36">
                  <c:v>3.7</c:v>
                </c:pt>
                <c:pt idx="37">
                  <c:v>3.8</c:v>
                </c:pt>
                <c:pt idx="38">
                  <c:v>3.9</c:v>
                </c:pt>
                <c:pt idx="39">
                  <c:v>4</c:v>
                </c:pt>
                <c:pt idx="40">
                  <c:v>4.0999999999999996</c:v>
                </c:pt>
                <c:pt idx="41">
                  <c:v>4.2</c:v>
                </c:pt>
                <c:pt idx="42">
                  <c:v>4.3</c:v>
                </c:pt>
                <c:pt idx="43">
                  <c:v>4.4000000000000004</c:v>
                </c:pt>
                <c:pt idx="44">
                  <c:v>4.5</c:v>
                </c:pt>
                <c:pt idx="45">
                  <c:v>4.5999999999999996</c:v>
                </c:pt>
                <c:pt idx="46">
                  <c:v>4.7</c:v>
                </c:pt>
                <c:pt idx="47">
                  <c:v>4.8</c:v>
                </c:pt>
                <c:pt idx="48">
                  <c:v>4.9000000000000004</c:v>
                </c:pt>
                <c:pt idx="49">
                  <c:v>5</c:v>
                </c:pt>
                <c:pt idx="50">
                  <c:v>5.0999999999999996</c:v>
                </c:pt>
                <c:pt idx="51">
                  <c:v>5.2</c:v>
                </c:pt>
                <c:pt idx="52">
                  <c:v>5.3</c:v>
                </c:pt>
                <c:pt idx="53">
                  <c:v>5.4</c:v>
                </c:pt>
                <c:pt idx="54">
                  <c:v>5.5</c:v>
                </c:pt>
                <c:pt idx="55">
                  <c:v>5.6</c:v>
                </c:pt>
                <c:pt idx="56">
                  <c:v>5.7</c:v>
                </c:pt>
                <c:pt idx="57">
                  <c:v>5.8</c:v>
                </c:pt>
                <c:pt idx="58">
                  <c:v>5.9</c:v>
                </c:pt>
                <c:pt idx="59">
                  <c:v>6</c:v>
                </c:pt>
              </c:numCache>
            </c:numRef>
          </c:xVal>
          <c:yVal>
            <c:numRef>
              <c:f>Sheet1!$N$68:$N$127</c:f>
              <c:numCache>
                <c:formatCode>General</c:formatCode>
                <c:ptCount val="60"/>
                <c:pt idx="0">
                  <c:v>-0.79577994710928157</c:v>
                </c:pt>
                <c:pt idx="1">
                  <c:v>-0.39788997355464079</c:v>
                </c:pt>
                <c:pt idx="2">
                  <c:v>-0.26525998236976056</c:v>
                </c:pt>
                <c:pt idx="3">
                  <c:v>-0.19894498677732039</c:v>
                </c:pt>
                <c:pt idx="4">
                  <c:v>-0.15915598942185633</c:v>
                </c:pt>
                <c:pt idx="5">
                  <c:v>-0.13262999118488028</c:v>
                </c:pt>
                <c:pt idx="6">
                  <c:v>-0.11368284958704024</c:v>
                </c:pt>
                <c:pt idx="7">
                  <c:v>-9.9472493388660196E-2</c:v>
                </c:pt>
                <c:pt idx="8">
                  <c:v>-8.8419994123253506E-2</c:v>
                </c:pt>
                <c:pt idx="9">
                  <c:v>-7.9577994710928163E-2</c:v>
                </c:pt>
                <c:pt idx="10">
                  <c:v>-7.2343631555389226E-2</c:v>
                </c:pt>
                <c:pt idx="11">
                  <c:v>-6.631499559244014E-2</c:v>
                </c:pt>
                <c:pt idx="12">
                  <c:v>-6.1213842085329352E-2</c:v>
                </c:pt>
                <c:pt idx="13">
                  <c:v>-5.6841424793520119E-2</c:v>
                </c:pt>
                <c:pt idx="14">
                  <c:v>-5.3051996473952104E-2</c:v>
                </c:pt>
                <c:pt idx="15">
                  <c:v>-4.9736246694330098E-2</c:v>
                </c:pt>
                <c:pt idx="16">
                  <c:v>-4.6810585124075391E-2</c:v>
                </c:pt>
                <c:pt idx="17">
                  <c:v>-4.4209997061626753E-2</c:v>
                </c:pt>
                <c:pt idx="18">
                  <c:v>-4.1883155111014821E-2</c:v>
                </c:pt>
                <c:pt idx="19">
                  <c:v>-3.9788997355464081E-2</c:v>
                </c:pt>
                <c:pt idx="20">
                  <c:v>-3.789428319568007E-2</c:v>
                </c:pt>
                <c:pt idx="21">
                  <c:v>-3.6171815777694613E-2</c:v>
                </c:pt>
                <c:pt idx="22">
                  <c:v>-3.4599128135186161E-2</c:v>
                </c:pt>
                <c:pt idx="23">
                  <c:v>-3.315749779622007E-2</c:v>
                </c:pt>
                <c:pt idx="24">
                  <c:v>-3.1831197884371262E-2</c:v>
                </c:pt>
                <c:pt idx="25">
                  <c:v>-3.0606921042664676E-2</c:v>
                </c:pt>
                <c:pt idx="26">
                  <c:v>-2.9473331374417835E-2</c:v>
                </c:pt>
                <c:pt idx="27">
                  <c:v>-2.842071239676006E-2</c:v>
                </c:pt>
                <c:pt idx="28">
                  <c:v>-2.7440687831354539E-2</c:v>
                </c:pt>
                <c:pt idx="29">
                  <c:v>-2.6525998236976052E-2</c:v>
                </c:pt>
                <c:pt idx="30">
                  <c:v>-2.5670320874492954E-2</c:v>
                </c:pt>
                <c:pt idx="31">
                  <c:v>-2.4868123347165049E-2</c:v>
                </c:pt>
                <c:pt idx="32">
                  <c:v>-2.4114543851796413E-2</c:v>
                </c:pt>
                <c:pt idx="33">
                  <c:v>-2.3405292562037695E-2</c:v>
                </c:pt>
                <c:pt idx="34">
                  <c:v>-2.2736569917408047E-2</c:v>
                </c:pt>
                <c:pt idx="35">
                  <c:v>-2.2104998530813377E-2</c:v>
                </c:pt>
                <c:pt idx="36">
                  <c:v>-2.1507566138088689E-2</c:v>
                </c:pt>
                <c:pt idx="37">
                  <c:v>-2.094157755550741E-2</c:v>
                </c:pt>
                <c:pt idx="38">
                  <c:v>-2.0404614028443117E-2</c:v>
                </c:pt>
                <c:pt idx="39">
                  <c:v>-1.9894498677732041E-2</c:v>
                </c:pt>
                <c:pt idx="40">
                  <c:v>-1.9409267002665407E-2</c:v>
                </c:pt>
                <c:pt idx="41">
                  <c:v>-1.8947141597840035E-2</c:v>
                </c:pt>
                <c:pt idx="42">
                  <c:v>-1.850651039789027E-2</c:v>
                </c:pt>
                <c:pt idx="43">
                  <c:v>-1.8085907888847307E-2</c:v>
                </c:pt>
                <c:pt idx="44">
                  <c:v>-1.7683998824650701E-2</c:v>
                </c:pt>
                <c:pt idx="45">
                  <c:v>-1.729956406759308E-2</c:v>
                </c:pt>
                <c:pt idx="46">
                  <c:v>-1.6931488236367694E-2</c:v>
                </c:pt>
                <c:pt idx="47">
                  <c:v>-1.6578748898110035E-2</c:v>
                </c:pt>
                <c:pt idx="48">
                  <c:v>-1.6240407083862887E-2</c:v>
                </c:pt>
                <c:pt idx="49">
                  <c:v>-1.5915598942185631E-2</c:v>
                </c:pt>
                <c:pt idx="50">
                  <c:v>-1.5603528374691795E-2</c:v>
                </c:pt>
                <c:pt idx="51">
                  <c:v>-1.5303460521332338E-2</c:v>
                </c:pt>
                <c:pt idx="52">
                  <c:v>-1.5014715983193991E-2</c:v>
                </c:pt>
                <c:pt idx="53">
                  <c:v>-1.4736665687208918E-2</c:v>
                </c:pt>
                <c:pt idx="54">
                  <c:v>-1.4468726311077845E-2</c:v>
                </c:pt>
                <c:pt idx="55">
                  <c:v>-1.421035619838003E-2</c:v>
                </c:pt>
                <c:pt idx="56">
                  <c:v>-1.3961051703671607E-2</c:v>
                </c:pt>
                <c:pt idx="57">
                  <c:v>-1.372034391567727E-2</c:v>
                </c:pt>
                <c:pt idx="58">
                  <c:v>-1.3487795713716636E-2</c:v>
                </c:pt>
                <c:pt idx="59">
                  <c:v>-1.3262999118488026E-2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2294400"/>
        <c:axId val="32295936"/>
      </c:scatterChart>
      <c:scatterChart>
        <c:scatterStyle val="smoothMarker"/>
        <c:varyColors val="0"/>
        <c:ser>
          <c:idx val="1"/>
          <c:order val="1"/>
          <c:tx>
            <c:v>Dispersion</c:v>
          </c:tx>
          <c:marker>
            <c:symbol val="none"/>
          </c:marker>
          <c:xVal>
            <c:numRef>
              <c:f>Sheet1!$M$68:$M$127</c:f>
              <c:numCache>
                <c:formatCode>General</c:formatCode>
                <c:ptCount val="6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1.1000000000000001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1.8</c:v>
                </c:pt>
                <c:pt idx="18">
                  <c:v>1.9</c:v>
                </c:pt>
                <c:pt idx="19">
                  <c:v>2</c:v>
                </c:pt>
                <c:pt idx="20">
                  <c:v>2.1</c:v>
                </c:pt>
                <c:pt idx="21">
                  <c:v>2.2000000000000002</c:v>
                </c:pt>
                <c:pt idx="22">
                  <c:v>2.2999999999999998</c:v>
                </c:pt>
                <c:pt idx="23">
                  <c:v>2.4</c:v>
                </c:pt>
                <c:pt idx="24">
                  <c:v>2.5</c:v>
                </c:pt>
                <c:pt idx="25">
                  <c:v>2.6</c:v>
                </c:pt>
                <c:pt idx="26">
                  <c:v>2.7</c:v>
                </c:pt>
                <c:pt idx="27">
                  <c:v>2.8</c:v>
                </c:pt>
                <c:pt idx="28">
                  <c:v>2.9</c:v>
                </c:pt>
                <c:pt idx="29">
                  <c:v>3</c:v>
                </c:pt>
                <c:pt idx="30">
                  <c:v>3.1</c:v>
                </c:pt>
                <c:pt idx="31">
                  <c:v>3.2</c:v>
                </c:pt>
                <c:pt idx="32">
                  <c:v>3.3</c:v>
                </c:pt>
                <c:pt idx="33">
                  <c:v>3.4</c:v>
                </c:pt>
                <c:pt idx="34">
                  <c:v>3.5</c:v>
                </c:pt>
                <c:pt idx="35">
                  <c:v>3.6</c:v>
                </c:pt>
                <c:pt idx="36">
                  <c:v>3.7</c:v>
                </c:pt>
                <c:pt idx="37">
                  <c:v>3.8</c:v>
                </c:pt>
                <c:pt idx="38">
                  <c:v>3.9</c:v>
                </c:pt>
                <c:pt idx="39">
                  <c:v>4</c:v>
                </c:pt>
                <c:pt idx="40">
                  <c:v>4.0999999999999996</c:v>
                </c:pt>
                <c:pt idx="41">
                  <c:v>4.2</c:v>
                </c:pt>
                <c:pt idx="42">
                  <c:v>4.3</c:v>
                </c:pt>
                <c:pt idx="43">
                  <c:v>4.4000000000000004</c:v>
                </c:pt>
                <c:pt idx="44">
                  <c:v>4.5</c:v>
                </c:pt>
                <c:pt idx="45">
                  <c:v>4.5999999999999996</c:v>
                </c:pt>
                <c:pt idx="46">
                  <c:v>4.7</c:v>
                </c:pt>
                <c:pt idx="47">
                  <c:v>4.8</c:v>
                </c:pt>
                <c:pt idx="48">
                  <c:v>4.9000000000000004</c:v>
                </c:pt>
                <c:pt idx="49">
                  <c:v>5</c:v>
                </c:pt>
                <c:pt idx="50">
                  <c:v>5.0999999999999996</c:v>
                </c:pt>
                <c:pt idx="51">
                  <c:v>5.2</c:v>
                </c:pt>
                <c:pt idx="52">
                  <c:v>5.3</c:v>
                </c:pt>
                <c:pt idx="53">
                  <c:v>5.4</c:v>
                </c:pt>
                <c:pt idx="54">
                  <c:v>5.5</c:v>
                </c:pt>
                <c:pt idx="55">
                  <c:v>5.6</c:v>
                </c:pt>
                <c:pt idx="56">
                  <c:v>5.7</c:v>
                </c:pt>
                <c:pt idx="57">
                  <c:v>5.8</c:v>
                </c:pt>
                <c:pt idx="58">
                  <c:v>5.9</c:v>
                </c:pt>
                <c:pt idx="59">
                  <c:v>6</c:v>
                </c:pt>
              </c:numCache>
            </c:numRef>
          </c:xVal>
          <c:yVal>
            <c:numRef>
              <c:f>Sheet1!$O$68:$O$127</c:f>
              <c:numCache>
                <c:formatCode>General</c:formatCode>
                <c:ptCount val="60"/>
                <c:pt idx="8">
                  <c:v>1.6590297383132309</c:v>
                </c:pt>
                <c:pt idx="9">
                  <c:v>0</c:v>
                </c:pt>
                <c:pt idx="10">
                  <c:v>-0.2458431123434206</c:v>
                </c:pt>
                <c:pt idx="11">
                  <c:v>-0.22274132189576906</c:v>
                </c:pt>
                <c:pt idx="12">
                  <c:v>-0.16425422861501177</c:v>
                </c:pt>
                <c:pt idx="13">
                  <c:v>-0.1151717305515363</c:v>
                </c:pt>
                <c:pt idx="14">
                  <c:v>-8.0084148569643659E-2</c:v>
                </c:pt>
                <c:pt idx="15">
                  <c:v>-5.6051931096590124E-2</c:v>
                </c:pt>
                <c:pt idx="16">
                  <c:v>-3.9712814790616287E-2</c:v>
                </c:pt>
                <c:pt idx="17">
                  <c:v>-2.8536763896654983E-2</c:v>
                </c:pt>
                <c:pt idx="18">
                  <c:v>-2.0804034980899874E-2</c:v>
                </c:pt>
                <c:pt idx="19">
                  <c:v>-1.5380859375E-2</c:v>
                </c:pt>
                <c:pt idx="20">
                  <c:v>-1.1523668937150049E-2</c:v>
                </c:pt>
                <c:pt idx="21">
                  <c:v>-8.7421144301102014E-3</c:v>
                </c:pt>
                <c:pt idx="22">
                  <c:v>-6.7094870576545279E-3</c:v>
                </c:pt>
                <c:pt idx="23">
                  <c:v>-5.2053988898339782E-3</c:v>
                </c:pt>
                <c:pt idx="24">
                  <c:v>-4.0792227840000025E-3</c:v>
                </c:pt>
                <c:pt idx="25">
                  <c:v>-3.2266492977769084E-3</c:v>
                </c:pt>
                <c:pt idx="26">
                  <c:v>-2.5745123284078206E-3</c:v>
                </c:pt>
                <c:pt idx="27">
                  <c:v>-2.0708547788661417E-3</c:v>
                </c:pt>
                <c:pt idx="28">
                  <c:v>-1.6783451375889859E-3</c:v>
                </c:pt>
                <c:pt idx="29">
                  <c:v>-1.3698604360596943E-3</c:v>
                </c:pt>
                <c:pt idx="30">
                  <c:v>-1.1254863112054616E-3</c:v>
                </c:pt>
                <c:pt idx="31">
                  <c:v>-9.3045521287749011E-4</c:v>
                </c:pt>
                <c:pt idx="32">
                  <c:v>-7.7371310115608978E-4</c:v>
                </c:pt>
                <c:pt idx="33">
                  <c:v>-6.4691210001200977E-4</c:v>
                </c:pt>
                <c:pt idx="34">
                  <c:v>-5.436950979137476E-4</c:v>
                </c:pt>
                <c:pt idx="35">
                  <c:v>-4.5918261546477494E-4</c:v>
                </c:pt>
                <c:pt idx="36">
                  <c:v>-3.8960126197558673E-4</c:v>
                </c:pt>
                <c:pt idx="37">
                  <c:v>-3.3201228784471656E-4</c:v>
                </c:pt>
                <c:pt idx="38">
                  <c:v>-2.8411156809625442E-4</c:v>
                </c:pt>
                <c:pt idx="39">
                  <c:v>-2.4408102035522461E-4</c:v>
                </c:pt>
                <c:pt idx="40">
                  <c:v>-2.1047737640674007E-4</c:v>
                </c:pt>
                <c:pt idx="41">
                  <c:v>-1.8214830322298102E-4</c:v>
                </c:pt>
                <c:pt idx="42">
                  <c:v>-1.5816870483780778E-4</c:v>
                </c:pt>
                <c:pt idx="43">
                  <c:v>-1.3779202620283133E-4</c:v>
                </c:pt>
                <c:pt idx="44">
                  <c:v>-1.2041278834973351E-4</c:v>
                </c:pt>
                <c:pt idx="45">
                  <c:v>-1.0553758893630198E-4</c:v>
                </c:pt>
                <c:pt idx="46">
                  <c:v>-9.2762524761764631E-5</c:v>
                </c:pt>
                <c:pt idx="47">
                  <c:v>-8.1755516280416793E-5</c:v>
                </c:pt>
                <c:pt idx="48">
                  <c:v>-7.2242396091018752E-5</c:v>
                </c:pt>
                <c:pt idx="49">
                  <c:v>-6.3995904000000033E-5</c:v>
                </c:pt>
                <c:pt idx="50">
                  <c:v>-5.6826938791869161E-5</c:v>
                </c:pt>
                <c:pt idx="51">
                  <c:v>-5.0577571297214235E-5</c:v>
                </c:pt>
                <c:pt idx="52">
                  <c:v>-4.5115439001626098E-5</c:v>
                </c:pt>
                <c:pt idx="53">
                  <c:v>-4.0329229542563274E-5</c:v>
                </c:pt>
                <c:pt idx="54">
                  <c:v>-3.6125026411612423E-5</c:v>
                </c:pt>
                <c:pt idx="55">
                  <c:v>-3.2423340414167833E-5</c:v>
                </c:pt>
                <c:pt idx="56">
                  <c:v>-2.9156688889695556E-5</c:v>
                </c:pt>
                <c:pt idx="57">
                  <c:v>-2.6267614274903886E-5</c:v>
                </c:pt>
                <c:pt idx="58">
                  <c:v>-2.3707056456239405E-5</c:v>
                </c:pt>
                <c:pt idx="59">
                  <c:v>-2.1433011113886581E-5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9742848"/>
        <c:axId val="39741312"/>
      </c:scatterChart>
      <c:valAx>
        <c:axId val="32294400"/>
        <c:scaling>
          <c:orientation val="minMax"/>
          <c:max val="6"/>
        </c:scaling>
        <c:delete val="0"/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GB" sz="1400" dirty="0" smtClean="0"/>
                  <a:t>Distance</a:t>
                </a:r>
                <a:endParaRPr lang="en-GB" sz="1400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32295936"/>
        <c:crossesAt val="-0.8"/>
        <c:crossBetween val="midCat"/>
      </c:valAx>
      <c:valAx>
        <c:axId val="32295936"/>
        <c:scaling>
          <c:orientation val="minMax"/>
          <c:min val="-0.8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GB" sz="1200" dirty="0" smtClean="0"/>
                  <a:t>Energy</a:t>
                </a:r>
                <a:endParaRPr lang="en-GB" sz="1200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32294400"/>
        <c:crosses val="autoZero"/>
        <c:crossBetween val="midCat"/>
      </c:valAx>
      <c:valAx>
        <c:axId val="39741312"/>
        <c:scaling>
          <c:orientation val="minMax"/>
          <c:min val="-0.5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GB" sz="1200" dirty="0" smtClean="0"/>
                  <a:t>Energy</a:t>
                </a:r>
                <a:endParaRPr lang="en-GB" sz="1200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39742848"/>
        <c:crosses val="max"/>
        <c:crossBetween val="midCat"/>
      </c:valAx>
      <c:valAx>
        <c:axId val="3974284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9741312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71054090113735779"/>
          <c:y val="0.83192214659584163"/>
          <c:w val="0.26445909886264218"/>
          <c:h val="0.14876161008399136"/>
        </c:manualLayout>
      </c:layout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86256-B49A-4234-9E29-5F740C116462}" type="datetimeFigureOut">
              <a:rPr lang="en-GB" smtClean="0"/>
              <a:t>17/03/2014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173A3-5C49-4DF5-8B32-6DE71810F8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0398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86256-B49A-4234-9E29-5F740C116462}" type="datetimeFigureOut">
              <a:rPr lang="en-GB" smtClean="0"/>
              <a:t>17/03/2014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173A3-5C49-4DF5-8B32-6DE71810F8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6306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86256-B49A-4234-9E29-5F740C116462}" type="datetimeFigureOut">
              <a:rPr lang="en-GB" smtClean="0"/>
              <a:t>17/03/2014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173A3-5C49-4DF5-8B32-6DE71810F8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2005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86256-B49A-4234-9E29-5F740C116462}" type="datetimeFigureOut">
              <a:rPr lang="en-GB" smtClean="0"/>
              <a:t>17/03/2014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173A3-5C49-4DF5-8B32-6DE71810F8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143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86256-B49A-4234-9E29-5F740C116462}" type="datetimeFigureOut">
              <a:rPr lang="en-GB" smtClean="0"/>
              <a:t>17/03/2014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173A3-5C49-4DF5-8B32-6DE71810F8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0678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86256-B49A-4234-9E29-5F740C116462}" type="datetimeFigureOut">
              <a:rPr lang="en-GB" smtClean="0"/>
              <a:t>17/03/2014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173A3-5C49-4DF5-8B32-6DE71810F8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5056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86256-B49A-4234-9E29-5F740C116462}" type="datetimeFigureOut">
              <a:rPr lang="en-GB" smtClean="0"/>
              <a:t>17/03/2014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173A3-5C49-4DF5-8B32-6DE71810F8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8504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86256-B49A-4234-9E29-5F740C116462}" type="datetimeFigureOut">
              <a:rPr lang="en-GB" smtClean="0"/>
              <a:t>17/03/2014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173A3-5C49-4DF5-8B32-6DE71810F8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991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86256-B49A-4234-9E29-5F740C116462}" type="datetimeFigureOut">
              <a:rPr lang="en-GB" smtClean="0"/>
              <a:t>17/03/2014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173A3-5C49-4DF5-8B32-6DE71810F8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085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86256-B49A-4234-9E29-5F740C116462}" type="datetimeFigureOut">
              <a:rPr lang="en-GB" smtClean="0"/>
              <a:t>17/03/2014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173A3-5C49-4DF5-8B32-6DE71810F8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860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86256-B49A-4234-9E29-5F740C116462}" type="datetimeFigureOut">
              <a:rPr lang="en-GB" smtClean="0"/>
              <a:t>17/03/2014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173A3-5C49-4DF5-8B32-6DE71810F8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7330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86256-B49A-4234-9E29-5F740C116462}" type="datetimeFigureOut">
              <a:rPr lang="en-GB" smtClean="0"/>
              <a:t>17/03/2014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173A3-5C49-4DF5-8B32-6DE71810F8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959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5348572" y="2959599"/>
            <a:ext cx="455167" cy="668540"/>
            <a:chOff x="1226140" y="1282534"/>
            <a:chExt cx="455167" cy="66854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321267" y="1618456"/>
              <a:ext cx="360040" cy="0"/>
            </a:xfrm>
            <a:prstGeom prst="line">
              <a:avLst/>
            </a:prstGeom>
            <a:ln w="254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7200000">
              <a:off x="1051237" y="1771054"/>
              <a:ext cx="360040" cy="0"/>
            </a:xfrm>
            <a:prstGeom prst="line">
              <a:avLst/>
            </a:prstGeom>
            <a:ln w="254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14400000">
              <a:off x="1046120" y="1462554"/>
              <a:ext cx="360040" cy="0"/>
            </a:xfrm>
            <a:prstGeom prst="line">
              <a:avLst/>
            </a:prstGeom>
            <a:ln w="254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053809"/>
              </p:ext>
            </p:extLst>
          </p:nvPr>
        </p:nvGraphicFramePr>
        <p:xfrm>
          <a:off x="3779912" y="7200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Oval 8"/>
          <p:cNvSpPr/>
          <p:nvPr/>
        </p:nvSpPr>
        <p:spPr>
          <a:xfrm>
            <a:off x="5436096" y="1042392"/>
            <a:ext cx="576064" cy="576064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6372200" y="1042392"/>
            <a:ext cx="576064" cy="576064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Connector 11"/>
          <p:cNvCxnSpPr>
            <a:stCxn id="9" idx="6"/>
            <a:endCxn id="10" idx="2"/>
          </p:cNvCxnSpPr>
          <p:nvPr/>
        </p:nvCxnSpPr>
        <p:spPr>
          <a:xfrm>
            <a:off x="6012160" y="1330424"/>
            <a:ext cx="360040" cy="0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5724128" y="792088"/>
            <a:ext cx="936104" cy="0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har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5160252"/>
              </p:ext>
            </p:extLst>
          </p:nvPr>
        </p:nvGraphicFramePr>
        <p:xfrm>
          <a:off x="4374232" y="285293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Oval 17"/>
          <p:cNvSpPr/>
          <p:nvPr/>
        </p:nvSpPr>
        <p:spPr>
          <a:xfrm>
            <a:off x="5177164" y="3021070"/>
            <a:ext cx="504056" cy="504056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5" name="Group 24"/>
          <p:cNvGrpSpPr/>
          <p:nvPr/>
        </p:nvGrpSpPr>
        <p:grpSpPr>
          <a:xfrm rot="16200000">
            <a:off x="5214487" y="2840035"/>
            <a:ext cx="455167" cy="668540"/>
            <a:chOff x="1226140" y="1282534"/>
            <a:chExt cx="455167" cy="668540"/>
          </a:xfrm>
        </p:grpSpPr>
        <p:cxnSp>
          <p:nvCxnSpPr>
            <p:cNvPr id="21" name="Straight Connector 20"/>
            <p:cNvCxnSpPr/>
            <p:nvPr/>
          </p:nvCxnSpPr>
          <p:spPr>
            <a:xfrm>
              <a:off x="1321267" y="1618456"/>
              <a:ext cx="360040" cy="0"/>
            </a:xfrm>
            <a:prstGeom prst="line">
              <a:avLst/>
            </a:prstGeom>
            <a:ln w="254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7200000">
              <a:off x="1051237" y="1771054"/>
              <a:ext cx="360040" cy="0"/>
            </a:xfrm>
            <a:prstGeom prst="line">
              <a:avLst/>
            </a:prstGeom>
            <a:ln w="254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14400000">
              <a:off x="1046120" y="1462554"/>
              <a:ext cx="360040" cy="0"/>
            </a:xfrm>
            <a:prstGeom prst="line">
              <a:avLst/>
            </a:prstGeom>
            <a:ln w="254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Arc 29"/>
          <p:cNvSpPr/>
          <p:nvPr/>
        </p:nvSpPr>
        <p:spPr>
          <a:xfrm>
            <a:off x="5181218" y="2867825"/>
            <a:ext cx="660963" cy="657301"/>
          </a:xfrm>
          <a:prstGeom prst="arc">
            <a:avLst/>
          </a:prstGeom>
          <a:ln w="254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" name="Group 2"/>
          <p:cNvGrpSpPr/>
          <p:nvPr/>
        </p:nvGrpSpPr>
        <p:grpSpPr>
          <a:xfrm>
            <a:off x="-180528" y="1648544"/>
            <a:ext cx="4572000" cy="4084712"/>
            <a:chOff x="-180528" y="1648544"/>
            <a:chExt cx="4572000" cy="4084712"/>
          </a:xfrm>
        </p:grpSpPr>
        <p:graphicFrame>
          <p:nvGraphicFramePr>
            <p:cNvPr id="19" name="Chart 18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563823409"/>
                </p:ext>
              </p:extLst>
            </p:nvPr>
          </p:nvGraphicFramePr>
          <p:xfrm>
            <a:off x="-180528" y="2232420"/>
            <a:ext cx="4572000" cy="350083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20" name="Oval 19"/>
            <p:cNvSpPr/>
            <p:nvPr/>
          </p:nvSpPr>
          <p:spPr>
            <a:xfrm>
              <a:off x="1683451" y="1753508"/>
              <a:ext cx="576065" cy="6057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l-GR" sz="1400" dirty="0" smtClean="0">
                  <a:solidFill>
                    <a:schemeClr val="accent6"/>
                  </a:solidFill>
                </a:rPr>
                <a:t>δ</a:t>
              </a:r>
              <a:r>
                <a:rPr lang="en-GB" sz="1400" dirty="0" smtClean="0">
                  <a:solidFill>
                    <a:schemeClr val="accent6"/>
                  </a:solidFill>
                </a:rPr>
                <a:t>+</a:t>
              </a:r>
              <a:endParaRPr lang="en-GB" sz="1400" dirty="0">
                <a:solidFill>
                  <a:schemeClr val="accent6"/>
                </a:solidFill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2469317" y="1753508"/>
              <a:ext cx="576065" cy="6057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l-GR" sz="1400" dirty="0" smtClean="0">
                  <a:solidFill>
                    <a:schemeClr val="accent6"/>
                  </a:solidFill>
                </a:rPr>
                <a:t>δ</a:t>
              </a:r>
              <a:r>
                <a:rPr lang="en-GB" sz="1400" dirty="0" smtClean="0">
                  <a:solidFill>
                    <a:schemeClr val="accent6"/>
                  </a:solidFill>
                </a:rPr>
                <a:t>-</a:t>
              </a:r>
              <a:endParaRPr lang="en-GB" sz="1400" dirty="0">
                <a:solidFill>
                  <a:schemeClr val="accent6"/>
                </a:solidFill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1647172" y="3525126"/>
              <a:ext cx="576065" cy="6057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dirty="0">
                <a:solidFill>
                  <a:schemeClr val="accent6"/>
                </a:solidFill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2433038" y="3525126"/>
              <a:ext cx="576065" cy="6057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dirty="0">
                <a:solidFill>
                  <a:schemeClr val="accent6"/>
                </a:solidFill>
              </a:endParaRPr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>
              <a:off x="1936759" y="1648544"/>
              <a:ext cx="851004" cy="0"/>
            </a:xfrm>
            <a:prstGeom prst="straightConnector1">
              <a:avLst/>
            </a:prstGeom>
            <a:ln w="25400">
              <a:solidFill>
                <a:schemeClr val="accent6">
                  <a:lumMod val="75000"/>
                </a:schemeClr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1900480" y="3414399"/>
              <a:ext cx="851004" cy="0"/>
            </a:xfrm>
            <a:prstGeom prst="straightConnector1">
              <a:avLst/>
            </a:prstGeom>
            <a:ln w="25400">
              <a:solidFill>
                <a:schemeClr val="accent6">
                  <a:lumMod val="75000"/>
                </a:schemeClr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2890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12</Words>
  <Application>Microsoft Office PowerPoint</Application>
  <PresentationFormat>On-screen Show (4:3)</PresentationFormat>
  <Paragraphs>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ChrisAndLucy</dc:creator>
  <cp:lastModifiedBy>ChrisAndLucy</cp:lastModifiedBy>
  <cp:revision>8</cp:revision>
  <dcterms:created xsi:type="dcterms:W3CDTF">2014-03-13T09:59:50Z</dcterms:created>
  <dcterms:modified xsi:type="dcterms:W3CDTF">2014-03-17T11:50:20Z</dcterms:modified>
</cp:coreProperties>
</file>