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104" y="-3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8883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8582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359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569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0258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196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9986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360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658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3977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690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9A88E-9CC4-475F-8E3B-B393C7B81076}" type="datetimeFigureOut">
              <a:rPr lang="en-GB" smtClean="0"/>
              <a:t>16/01/2015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CE939D-9EF1-49E2-BE33-B3EB84DA3D2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291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683568" y="620688"/>
            <a:ext cx="1872208" cy="1296144"/>
            <a:chOff x="683568" y="620688"/>
            <a:chExt cx="1872208" cy="1296144"/>
          </a:xfrm>
        </p:grpSpPr>
        <p:sp>
          <p:nvSpPr>
            <p:cNvPr id="4" name="Rectangle 3"/>
            <p:cNvSpPr/>
            <p:nvPr/>
          </p:nvSpPr>
          <p:spPr>
            <a:xfrm>
              <a:off x="683568" y="620688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Oval 4"/>
            <p:cNvSpPr/>
            <p:nvPr/>
          </p:nvSpPr>
          <p:spPr>
            <a:xfrm>
              <a:off x="919711" y="1628800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Oval 5"/>
            <p:cNvSpPr/>
            <p:nvPr/>
          </p:nvSpPr>
          <p:spPr>
            <a:xfrm>
              <a:off x="1828548" y="1048267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Oval 6"/>
            <p:cNvSpPr/>
            <p:nvPr/>
          </p:nvSpPr>
          <p:spPr>
            <a:xfrm>
              <a:off x="1475656" y="1628800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Oval 7"/>
            <p:cNvSpPr/>
            <p:nvPr/>
          </p:nvSpPr>
          <p:spPr>
            <a:xfrm>
              <a:off x="1207743" y="1296526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Oval 8"/>
            <p:cNvSpPr/>
            <p:nvPr/>
          </p:nvSpPr>
          <p:spPr>
            <a:xfrm>
              <a:off x="1661645" y="1340768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Oval 9"/>
            <p:cNvSpPr/>
            <p:nvPr/>
          </p:nvSpPr>
          <p:spPr>
            <a:xfrm>
              <a:off x="775695" y="1263155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Oval 10"/>
            <p:cNvSpPr/>
            <p:nvPr/>
          </p:nvSpPr>
          <p:spPr>
            <a:xfrm>
              <a:off x="1949677" y="1578953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Oval 11"/>
            <p:cNvSpPr/>
            <p:nvPr/>
          </p:nvSpPr>
          <p:spPr>
            <a:xfrm>
              <a:off x="2213926" y="1340768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Oval 12"/>
            <p:cNvSpPr/>
            <p:nvPr/>
          </p:nvSpPr>
          <p:spPr>
            <a:xfrm>
              <a:off x="946456" y="970654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Oval 13"/>
            <p:cNvSpPr/>
            <p:nvPr/>
          </p:nvSpPr>
          <p:spPr>
            <a:xfrm>
              <a:off x="1373613" y="980728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Oval 14"/>
            <p:cNvSpPr/>
            <p:nvPr/>
          </p:nvSpPr>
          <p:spPr>
            <a:xfrm>
              <a:off x="2133317" y="774326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/>
            <p:cNvSpPr/>
            <p:nvPr/>
          </p:nvSpPr>
          <p:spPr>
            <a:xfrm>
              <a:off x="921686" y="658872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Oval 16"/>
            <p:cNvSpPr/>
            <p:nvPr/>
          </p:nvSpPr>
          <p:spPr>
            <a:xfrm>
              <a:off x="1505738" y="692696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8" name="Rectangle 17"/>
          <p:cNvSpPr/>
          <p:nvPr/>
        </p:nvSpPr>
        <p:spPr>
          <a:xfrm>
            <a:off x="682530" y="2276872"/>
            <a:ext cx="1872208" cy="1296144"/>
          </a:xfrm>
          <a:prstGeom prst="rect">
            <a:avLst/>
          </a:prstGeom>
          <a:solidFill>
            <a:schemeClr val="bg1"/>
          </a:solidFill>
          <a:ln w="349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Oval 18"/>
          <p:cNvSpPr/>
          <p:nvPr/>
        </p:nvSpPr>
        <p:spPr>
          <a:xfrm>
            <a:off x="1234488" y="2803089"/>
            <a:ext cx="288032" cy="288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Oval 19"/>
          <p:cNvSpPr/>
          <p:nvPr/>
        </p:nvSpPr>
        <p:spPr>
          <a:xfrm>
            <a:off x="1896801" y="2918886"/>
            <a:ext cx="288032" cy="288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Oval 23"/>
          <p:cNvSpPr/>
          <p:nvPr/>
        </p:nvSpPr>
        <p:spPr>
          <a:xfrm>
            <a:off x="1603280" y="2708920"/>
            <a:ext cx="288032" cy="288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/>
          <p:cNvSpPr/>
          <p:nvPr/>
        </p:nvSpPr>
        <p:spPr>
          <a:xfrm>
            <a:off x="1061379" y="2639717"/>
            <a:ext cx="1123454" cy="580533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/>
          <p:cNvSpPr txBox="1"/>
          <p:nvPr/>
        </p:nvSpPr>
        <p:spPr>
          <a:xfrm>
            <a:off x="3131840" y="1124744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NVE</a:t>
            </a:r>
            <a:endParaRPr lang="en-GB" dirty="0"/>
          </a:p>
        </p:txBody>
      </p:sp>
      <p:sp>
        <p:nvSpPr>
          <p:cNvPr id="35" name="TextBox 34"/>
          <p:cNvSpPr txBox="1"/>
          <p:nvPr/>
        </p:nvSpPr>
        <p:spPr>
          <a:xfrm>
            <a:off x="3131967" y="2612811"/>
            <a:ext cx="577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NVT</a:t>
            </a:r>
          </a:p>
          <a:p>
            <a:r>
              <a:rPr lang="en-GB" dirty="0" smtClean="0"/>
              <a:t>NPT</a:t>
            </a:r>
            <a:endParaRPr lang="en-GB" dirty="0"/>
          </a:p>
        </p:txBody>
      </p:sp>
      <p:grpSp>
        <p:nvGrpSpPr>
          <p:cNvPr id="83" name="Group 82"/>
          <p:cNvGrpSpPr/>
          <p:nvPr/>
        </p:nvGrpSpPr>
        <p:grpSpPr>
          <a:xfrm>
            <a:off x="4564926" y="3137348"/>
            <a:ext cx="1872208" cy="1296144"/>
            <a:chOff x="4902005" y="1059669"/>
            <a:chExt cx="1872208" cy="1296144"/>
          </a:xfrm>
        </p:grpSpPr>
        <p:sp>
          <p:nvSpPr>
            <p:cNvPr id="84" name="Rectangle 83"/>
            <p:cNvSpPr/>
            <p:nvPr/>
          </p:nvSpPr>
          <p:spPr>
            <a:xfrm>
              <a:off x="4902005" y="1059669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5" name="Oval 84"/>
            <p:cNvSpPr/>
            <p:nvPr/>
          </p:nvSpPr>
          <p:spPr>
            <a:xfrm>
              <a:off x="5138148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6" name="Oval 85"/>
            <p:cNvSpPr/>
            <p:nvPr/>
          </p:nvSpPr>
          <p:spPr>
            <a:xfrm>
              <a:off x="6046985" y="1487248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7" name="Oval 86"/>
            <p:cNvSpPr/>
            <p:nvPr/>
          </p:nvSpPr>
          <p:spPr>
            <a:xfrm>
              <a:off x="5694093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8" name="Oval 87"/>
            <p:cNvSpPr/>
            <p:nvPr/>
          </p:nvSpPr>
          <p:spPr>
            <a:xfrm>
              <a:off x="5426180" y="17355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9" name="Oval 88"/>
            <p:cNvSpPr/>
            <p:nvPr/>
          </p:nvSpPr>
          <p:spPr>
            <a:xfrm>
              <a:off x="5880082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0" name="Oval 89"/>
            <p:cNvSpPr/>
            <p:nvPr/>
          </p:nvSpPr>
          <p:spPr>
            <a:xfrm>
              <a:off x="4994132" y="1702136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1" name="Oval 90"/>
            <p:cNvSpPr/>
            <p:nvPr/>
          </p:nvSpPr>
          <p:spPr>
            <a:xfrm>
              <a:off x="6168114" y="2017934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2" name="Oval 91"/>
            <p:cNvSpPr/>
            <p:nvPr/>
          </p:nvSpPr>
          <p:spPr>
            <a:xfrm>
              <a:off x="6432363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3" name="Oval 92"/>
            <p:cNvSpPr/>
            <p:nvPr/>
          </p:nvSpPr>
          <p:spPr>
            <a:xfrm>
              <a:off x="5164893" y="1409635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4" name="Oval 93"/>
            <p:cNvSpPr/>
            <p:nvPr/>
          </p:nvSpPr>
          <p:spPr>
            <a:xfrm>
              <a:off x="5592050" y="141970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5" name="Oval 94"/>
            <p:cNvSpPr/>
            <p:nvPr/>
          </p:nvSpPr>
          <p:spPr>
            <a:xfrm>
              <a:off x="6351754" y="12133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6" name="Oval 95"/>
            <p:cNvSpPr/>
            <p:nvPr/>
          </p:nvSpPr>
          <p:spPr>
            <a:xfrm>
              <a:off x="5140123" y="1097853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7" name="Oval 96"/>
            <p:cNvSpPr/>
            <p:nvPr/>
          </p:nvSpPr>
          <p:spPr>
            <a:xfrm>
              <a:off x="5724175" y="113167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6464530" y="4437112"/>
            <a:ext cx="1872208" cy="1296144"/>
            <a:chOff x="4902005" y="1059669"/>
            <a:chExt cx="1872208" cy="1296144"/>
          </a:xfrm>
        </p:grpSpPr>
        <p:sp>
          <p:nvSpPr>
            <p:cNvPr id="99" name="Rectangle 98"/>
            <p:cNvSpPr/>
            <p:nvPr/>
          </p:nvSpPr>
          <p:spPr>
            <a:xfrm>
              <a:off x="4902005" y="1059669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0" name="Oval 99"/>
            <p:cNvSpPr/>
            <p:nvPr/>
          </p:nvSpPr>
          <p:spPr>
            <a:xfrm>
              <a:off x="5138148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1" name="Oval 100"/>
            <p:cNvSpPr/>
            <p:nvPr/>
          </p:nvSpPr>
          <p:spPr>
            <a:xfrm>
              <a:off x="6046985" y="1487248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2" name="Oval 101"/>
            <p:cNvSpPr/>
            <p:nvPr/>
          </p:nvSpPr>
          <p:spPr>
            <a:xfrm>
              <a:off x="5694093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3" name="Oval 102"/>
            <p:cNvSpPr/>
            <p:nvPr/>
          </p:nvSpPr>
          <p:spPr>
            <a:xfrm>
              <a:off x="5426180" y="17355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4" name="Oval 103"/>
            <p:cNvSpPr/>
            <p:nvPr/>
          </p:nvSpPr>
          <p:spPr>
            <a:xfrm>
              <a:off x="5880082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5" name="Oval 104"/>
            <p:cNvSpPr/>
            <p:nvPr/>
          </p:nvSpPr>
          <p:spPr>
            <a:xfrm>
              <a:off x="4994132" y="1702136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6" name="Oval 105"/>
            <p:cNvSpPr/>
            <p:nvPr/>
          </p:nvSpPr>
          <p:spPr>
            <a:xfrm>
              <a:off x="6168114" y="2017934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" name="Oval 106"/>
            <p:cNvSpPr/>
            <p:nvPr/>
          </p:nvSpPr>
          <p:spPr>
            <a:xfrm>
              <a:off x="6432363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8" name="Oval 107"/>
            <p:cNvSpPr/>
            <p:nvPr/>
          </p:nvSpPr>
          <p:spPr>
            <a:xfrm>
              <a:off x="5164893" y="1409635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9" name="Oval 108"/>
            <p:cNvSpPr/>
            <p:nvPr/>
          </p:nvSpPr>
          <p:spPr>
            <a:xfrm>
              <a:off x="5592050" y="141970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0" name="Oval 109"/>
            <p:cNvSpPr/>
            <p:nvPr/>
          </p:nvSpPr>
          <p:spPr>
            <a:xfrm>
              <a:off x="6351754" y="12133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1" name="Oval 110"/>
            <p:cNvSpPr/>
            <p:nvPr/>
          </p:nvSpPr>
          <p:spPr>
            <a:xfrm>
              <a:off x="5140123" y="1097853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2" name="Oval 111"/>
            <p:cNvSpPr/>
            <p:nvPr/>
          </p:nvSpPr>
          <p:spPr>
            <a:xfrm>
              <a:off x="5724175" y="113167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13" name="Group 112"/>
          <p:cNvGrpSpPr/>
          <p:nvPr/>
        </p:nvGrpSpPr>
        <p:grpSpPr>
          <a:xfrm>
            <a:off x="6457087" y="3144622"/>
            <a:ext cx="1872208" cy="1296144"/>
            <a:chOff x="4902005" y="1059669"/>
            <a:chExt cx="1872208" cy="1296144"/>
          </a:xfrm>
        </p:grpSpPr>
        <p:sp>
          <p:nvSpPr>
            <p:cNvPr id="114" name="Rectangle 113"/>
            <p:cNvSpPr/>
            <p:nvPr/>
          </p:nvSpPr>
          <p:spPr>
            <a:xfrm>
              <a:off x="4902005" y="1059669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5" name="Oval 114"/>
            <p:cNvSpPr/>
            <p:nvPr/>
          </p:nvSpPr>
          <p:spPr>
            <a:xfrm>
              <a:off x="5138148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Oval 115"/>
            <p:cNvSpPr/>
            <p:nvPr/>
          </p:nvSpPr>
          <p:spPr>
            <a:xfrm>
              <a:off x="6046985" y="1487248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7" name="Oval 116"/>
            <p:cNvSpPr/>
            <p:nvPr/>
          </p:nvSpPr>
          <p:spPr>
            <a:xfrm>
              <a:off x="5694093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8" name="Oval 117"/>
            <p:cNvSpPr/>
            <p:nvPr/>
          </p:nvSpPr>
          <p:spPr>
            <a:xfrm>
              <a:off x="5426180" y="17355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Oval 118"/>
            <p:cNvSpPr/>
            <p:nvPr/>
          </p:nvSpPr>
          <p:spPr>
            <a:xfrm>
              <a:off x="5880082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0" name="Oval 119"/>
            <p:cNvSpPr/>
            <p:nvPr/>
          </p:nvSpPr>
          <p:spPr>
            <a:xfrm>
              <a:off x="4994132" y="1702136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1" name="Oval 120"/>
            <p:cNvSpPr/>
            <p:nvPr/>
          </p:nvSpPr>
          <p:spPr>
            <a:xfrm>
              <a:off x="6168114" y="2017934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2" name="Oval 121"/>
            <p:cNvSpPr/>
            <p:nvPr/>
          </p:nvSpPr>
          <p:spPr>
            <a:xfrm>
              <a:off x="6432363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3" name="Oval 122"/>
            <p:cNvSpPr/>
            <p:nvPr/>
          </p:nvSpPr>
          <p:spPr>
            <a:xfrm>
              <a:off x="5164893" y="1409635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4" name="Oval 123"/>
            <p:cNvSpPr/>
            <p:nvPr/>
          </p:nvSpPr>
          <p:spPr>
            <a:xfrm>
              <a:off x="5592050" y="141970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5" name="Oval 124"/>
            <p:cNvSpPr/>
            <p:nvPr/>
          </p:nvSpPr>
          <p:spPr>
            <a:xfrm>
              <a:off x="6351754" y="12133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6" name="Oval 125"/>
            <p:cNvSpPr/>
            <p:nvPr/>
          </p:nvSpPr>
          <p:spPr>
            <a:xfrm>
              <a:off x="5140123" y="1097853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7" name="Oval 126"/>
            <p:cNvSpPr/>
            <p:nvPr/>
          </p:nvSpPr>
          <p:spPr>
            <a:xfrm>
              <a:off x="5724175" y="113167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28" name="Group 127"/>
          <p:cNvGrpSpPr/>
          <p:nvPr/>
        </p:nvGrpSpPr>
        <p:grpSpPr>
          <a:xfrm>
            <a:off x="4573833" y="5746135"/>
            <a:ext cx="1872208" cy="1296144"/>
            <a:chOff x="4902005" y="1059669"/>
            <a:chExt cx="1872208" cy="1296144"/>
          </a:xfrm>
        </p:grpSpPr>
        <p:sp>
          <p:nvSpPr>
            <p:cNvPr id="129" name="Rectangle 128"/>
            <p:cNvSpPr/>
            <p:nvPr/>
          </p:nvSpPr>
          <p:spPr>
            <a:xfrm>
              <a:off x="4902005" y="1059669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0" name="Oval 129"/>
            <p:cNvSpPr/>
            <p:nvPr/>
          </p:nvSpPr>
          <p:spPr>
            <a:xfrm>
              <a:off x="5138148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1" name="Oval 130"/>
            <p:cNvSpPr/>
            <p:nvPr/>
          </p:nvSpPr>
          <p:spPr>
            <a:xfrm>
              <a:off x="6046985" y="1487248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2" name="Oval 131"/>
            <p:cNvSpPr/>
            <p:nvPr/>
          </p:nvSpPr>
          <p:spPr>
            <a:xfrm>
              <a:off x="5694093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3" name="Oval 132"/>
            <p:cNvSpPr/>
            <p:nvPr/>
          </p:nvSpPr>
          <p:spPr>
            <a:xfrm>
              <a:off x="5426180" y="17355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4" name="Oval 133"/>
            <p:cNvSpPr/>
            <p:nvPr/>
          </p:nvSpPr>
          <p:spPr>
            <a:xfrm>
              <a:off x="5880082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5" name="Oval 134"/>
            <p:cNvSpPr/>
            <p:nvPr/>
          </p:nvSpPr>
          <p:spPr>
            <a:xfrm>
              <a:off x="4994132" y="1702136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6" name="Oval 135"/>
            <p:cNvSpPr/>
            <p:nvPr/>
          </p:nvSpPr>
          <p:spPr>
            <a:xfrm>
              <a:off x="6168114" y="2017934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7" name="Oval 136"/>
            <p:cNvSpPr/>
            <p:nvPr/>
          </p:nvSpPr>
          <p:spPr>
            <a:xfrm>
              <a:off x="6432363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8" name="Oval 137"/>
            <p:cNvSpPr/>
            <p:nvPr/>
          </p:nvSpPr>
          <p:spPr>
            <a:xfrm>
              <a:off x="5164893" y="1409635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9" name="Oval 138"/>
            <p:cNvSpPr/>
            <p:nvPr/>
          </p:nvSpPr>
          <p:spPr>
            <a:xfrm>
              <a:off x="5592050" y="141970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0" name="Oval 139"/>
            <p:cNvSpPr/>
            <p:nvPr/>
          </p:nvSpPr>
          <p:spPr>
            <a:xfrm>
              <a:off x="6351754" y="12133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1" name="Oval 140"/>
            <p:cNvSpPr/>
            <p:nvPr/>
          </p:nvSpPr>
          <p:spPr>
            <a:xfrm>
              <a:off x="5140123" y="1097853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2" name="Oval 141"/>
            <p:cNvSpPr/>
            <p:nvPr/>
          </p:nvSpPr>
          <p:spPr>
            <a:xfrm>
              <a:off x="5724175" y="113167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43" name="Group 142"/>
          <p:cNvGrpSpPr/>
          <p:nvPr/>
        </p:nvGrpSpPr>
        <p:grpSpPr>
          <a:xfrm>
            <a:off x="6461411" y="5733256"/>
            <a:ext cx="1872208" cy="1296144"/>
            <a:chOff x="4902005" y="1059669"/>
            <a:chExt cx="1872208" cy="1296144"/>
          </a:xfrm>
        </p:grpSpPr>
        <p:sp>
          <p:nvSpPr>
            <p:cNvPr id="144" name="Rectangle 143"/>
            <p:cNvSpPr/>
            <p:nvPr/>
          </p:nvSpPr>
          <p:spPr>
            <a:xfrm>
              <a:off x="4902005" y="1059669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5" name="Oval 144"/>
            <p:cNvSpPr/>
            <p:nvPr/>
          </p:nvSpPr>
          <p:spPr>
            <a:xfrm>
              <a:off x="5138148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6" name="Oval 145"/>
            <p:cNvSpPr/>
            <p:nvPr/>
          </p:nvSpPr>
          <p:spPr>
            <a:xfrm>
              <a:off x="6046985" y="1487248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7" name="Oval 146"/>
            <p:cNvSpPr/>
            <p:nvPr/>
          </p:nvSpPr>
          <p:spPr>
            <a:xfrm>
              <a:off x="5694093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8" name="Oval 147"/>
            <p:cNvSpPr/>
            <p:nvPr/>
          </p:nvSpPr>
          <p:spPr>
            <a:xfrm>
              <a:off x="5426180" y="17355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9" name="Oval 148"/>
            <p:cNvSpPr/>
            <p:nvPr/>
          </p:nvSpPr>
          <p:spPr>
            <a:xfrm>
              <a:off x="5880082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0" name="Oval 149"/>
            <p:cNvSpPr/>
            <p:nvPr/>
          </p:nvSpPr>
          <p:spPr>
            <a:xfrm>
              <a:off x="4994132" y="1702136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1" name="Oval 150"/>
            <p:cNvSpPr/>
            <p:nvPr/>
          </p:nvSpPr>
          <p:spPr>
            <a:xfrm>
              <a:off x="6168114" y="2017934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2" name="Oval 151"/>
            <p:cNvSpPr/>
            <p:nvPr/>
          </p:nvSpPr>
          <p:spPr>
            <a:xfrm>
              <a:off x="6432363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3" name="Oval 152"/>
            <p:cNvSpPr/>
            <p:nvPr/>
          </p:nvSpPr>
          <p:spPr>
            <a:xfrm>
              <a:off x="5164893" y="1409635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Oval 153"/>
            <p:cNvSpPr/>
            <p:nvPr/>
          </p:nvSpPr>
          <p:spPr>
            <a:xfrm>
              <a:off x="5592050" y="141970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5" name="Oval 154"/>
            <p:cNvSpPr/>
            <p:nvPr/>
          </p:nvSpPr>
          <p:spPr>
            <a:xfrm>
              <a:off x="6351754" y="12133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6" name="Oval 155"/>
            <p:cNvSpPr/>
            <p:nvPr/>
          </p:nvSpPr>
          <p:spPr>
            <a:xfrm>
              <a:off x="5140123" y="1097853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Oval 156"/>
            <p:cNvSpPr/>
            <p:nvPr/>
          </p:nvSpPr>
          <p:spPr>
            <a:xfrm>
              <a:off x="5724175" y="113167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3" name="Group 172"/>
          <p:cNvGrpSpPr/>
          <p:nvPr/>
        </p:nvGrpSpPr>
        <p:grpSpPr>
          <a:xfrm>
            <a:off x="2679839" y="4435422"/>
            <a:ext cx="1872208" cy="1296144"/>
            <a:chOff x="4902005" y="1059669"/>
            <a:chExt cx="1872208" cy="1296144"/>
          </a:xfrm>
        </p:grpSpPr>
        <p:sp>
          <p:nvSpPr>
            <p:cNvPr id="174" name="Rectangle 173"/>
            <p:cNvSpPr/>
            <p:nvPr/>
          </p:nvSpPr>
          <p:spPr>
            <a:xfrm>
              <a:off x="4902005" y="1059669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" name="Oval 174"/>
            <p:cNvSpPr/>
            <p:nvPr/>
          </p:nvSpPr>
          <p:spPr>
            <a:xfrm>
              <a:off x="5138148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6" name="Oval 175"/>
            <p:cNvSpPr/>
            <p:nvPr/>
          </p:nvSpPr>
          <p:spPr>
            <a:xfrm>
              <a:off x="6046985" y="1487248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7" name="Oval 176"/>
            <p:cNvSpPr/>
            <p:nvPr/>
          </p:nvSpPr>
          <p:spPr>
            <a:xfrm>
              <a:off x="5694093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8" name="Oval 177"/>
            <p:cNvSpPr/>
            <p:nvPr/>
          </p:nvSpPr>
          <p:spPr>
            <a:xfrm>
              <a:off x="5426180" y="17355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9" name="Oval 178"/>
            <p:cNvSpPr/>
            <p:nvPr/>
          </p:nvSpPr>
          <p:spPr>
            <a:xfrm>
              <a:off x="5880082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0" name="Oval 179"/>
            <p:cNvSpPr/>
            <p:nvPr/>
          </p:nvSpPr>
          <p:spPr>
            <a:xfrm>
              <a:off x="4994132" y="1702136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1" name="Oval 180"/>
            <p:cNvSpPr/>
            <p:nvPr/>
          </p:nvSpPr>
          <p:spPr>
            <a:xfrm>
              <a:off x="6168114" y="2017934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2" name="Oval 181"/>
            <p:cNvSpPr/>
            <p:nvPr/>
          </p:nvSpPr>
          <p:spPr>
            <a:xfrm>
              <a:off x="6432363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3" name="Oval 182"/>
            <p:cNvSpPr/>
            <p:nvPr/>
          </p:nvSpPr>
          <p:spPr>
            <a:xfrm>
              <a:off x="5164893" y="1409635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4" name="Oval 183"/>
            <p:cNvSpPr/>
            <p:nvPr/>
          </p:nvSpPr>
          <p:spPr>
            <a:xfrm>
              <a:off x="5592050" y="141970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5" name="Oval 184"/>
            <p:cNvSpPr/>
            <p:nvPr/>
          </p:nvSpPr>
          <p:spPr>
            <a:xfrm>
              <a:off x="6351754" y="12133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6" name="Oval 185"/>
            <p:cNvSpPr/>
            <p:nvPr/>
          </p:nvSpPr>
          <p:spPr>
            <a:xfrm>
              <a:off x="5140123" y="1097853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7" name="Oval 186"/>
            <p:cNvSpPr/>
            <p:nvPr/>
          </p:nvSpPr>
          <p:spPr>
            <a:xfrm>
              <a:off x="5724175" y="113167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88" name="Group 187"/>
          <p:cNvGrpSpPr/>
          <p:nvPr/>
        </p:nvGrpSpPr>
        <p:grpSpPr>
          <a:xfrm>
            <a:off x="2679300" y="3142932"/>
            <a:ext cx="1872208" cy="1296144"/>
            <a:chOff x="4902005" y="1059669"/>
            <a:chExt cx="1872208" cy="1296144"/>
          </a:xfrm>
        </p:grpSpPr>
        <p:sp>
          <p:nvSpPr>
            <p:cNvPr id="189" name="Rectangle 188"/>
            <p:cNvSpPr/>
            <p:nvPr/>
          </p:nvSpPr>
          <p:spPr>
            <a:xfrm>
              <a:off x="4902005" y="1059669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0" name="Oval 189"/>
            <p:cNvSpPr/>
            <p:nvPr/>
          </p:nvSpPr>
          <p:spPr>
            <a:xfrm>
              <a:off x="5138148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1" name="Oval 190"/>
            <p:cNvSpPr/>
            <p:nvPr/>
          </p:nvSpPr>
          <p:spPr>
            <a:xfrm>
              <a:off x="6046985" y="1487248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2" name="Oval 191"/>
            <p:cNvSpPr/>
            <p:nvPr/>
          </p:nvSpPr>
          <p:spPr>
            <a:xfrm>
              <a:off x="5694093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3" name="Oval 192"/>
            <p:cNvSpPr/>
            <p:nvPr/>
          </p:nvSpPr>
          <p:spPr>
            <a:xfrm>
              <a:off x="5426180" y="17355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4" name="Oval 193"/>
            <p:cNvSpPr/>
            <p:nvPr/>
          </p:nvSpPr>
          <p:spPr>
            <a:xfrm>
              <a:off x="5880082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5" name="Oval 194"/>
            <p:cNvSpPr/>
            <p:nvPr/>
          </p:nvSpPr>
          <p:spPr>
            <a:xfrm>
              <a:off x="4994132" y="1702136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6" name="Oval 195"/>
            <p:cNvSpPr/>
            <p:nvPr/>
          </p:nvSpPr>
          <p:spPr>
            <a:xfrm>
              <a:off x="6168114" y="2017934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7" name="Oval 196"/>
            <p:cNvSpPr/>
            <p:nvPr/>
          </p:nvSpPr>
          <p:spPr>
            <a:xfrm>
              <a:off x="6432363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8" name="Oval 197"/>
            <p:cNvSpPr/>
            <p:nvPr/>
          </p:nvSpPr>
          <p:spPr>
            <a:xfrm>
              <a:off x="5164893" y="1409635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9" name="Oval 198"/>
            <p:cNvSpPr/>
            <p:nvPr/>
          </p:nvSpPr>
          <p:spPr>
            <a:xfrm>
              <a:off x="5592050" y="141970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0" name="Oval 199"/>
            <p:cNvSpPr/>
            <p:nvPr/>
          </p:nvSpPr>
          <p:spPr>
            <a:xfrm>
              <a:off x="6351754" y="12133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1" name="Oval 200"/>
            <p:cNvSpPr/>
            <p:nvPr/>
          </p:nvSpPr>
          <p:spPr>
            <a:xfrm>
              <a:off x="5140123" y="1097853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2" name="Oval 201"/>
            <p:cNvSpPr/>
            <p:nvPr/>
          </p:nvSpPr>
          <p:spPr>
            <a:xfrm>
              <a:off x="5724175" y="113167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03" name="Group 202"/>
          <p:cNvGrpSpPr/>
          <p:nvPr/>
        </p:nvGrpSpPr>
        <p:grpSpPr>
          <a:xfrm>
            <a:off x="2676720" y="5731566"/>
            <a:ext cx="1872208" cy="1296144"/>
            <a:chOff x="4902005" y="1059669"/>
            <a:chExt cx="1872208" cy="1296144"/>
          </a:xfrm>
        </p:grpSpPr>
        <p:sp>
          <p:nvSpPr>
            <p:cNvPr id="204" name="Rectangle 203"/>
            <p:cNvSpPr/>
            <p:nvPr/>
          </p:nvSpPr>
          <p:spPr>
            <a:xfrm>
              <a:off x="4902005" y="1059669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5" name="Oval 204"/>
            <p:cNvSpPr/>
            <p:nvPr/>
          </p:nvSpPr>
          <p:spPr>
            <a:xfrm>
              <a:off x="5138148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6" name="Oval 205"/>
            <p:cNvSpPr/>
            <p:nvPr/>
          </p:nvSpPr>
          <p:spPr>
            <a:xfrm>
              <a:off x="6046985" y="1487248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7" name="Oval 206"/>
            <p:cNvSpPr/>
            <p:nvPr/>
          </p:nvSpPr>
          <p:spPr>
            <a:xfrm>
              <a:off x="5694093" y="2067781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8" name="Oval 207"/>
            <p:cNvSpPr/>
            <p:nvPr/>
          </p:nvSpPr>
          <p:spPr>
            <a:xfrm>
              <a:off x="5426180" y="17355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9" name="Oval 208"/>
            <p:cNvSpPr/>
            <p:nvPr/>
          </p:nvSpPr>
          <p:spPr>
            <a:xfrm>
              <a:off x="5880082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0" name="Oval 209"/>
            <p:cNvSpPr/>
            <p:nvPr/>
          </p:nvSpPr>
          <p:spPr>
            <a:xfrm>
              <a:off x="4994132" y="1702136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1" name="Oval 210"/>
            <p:cNvSpPr/>
            <p:nvPr/>
          </p:nvSpPr>
          <p:spPr>
            <a:xfrm>
              <a:off x="6168114" y="2017934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2" name="Oval 211"/>
            <p:cNvSpPr/>
            <p:nvPr/>
          </p:nvSpPr>
          <p:spPr>
            <a:xfrm>
              <a:off x="6432363" y="177974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3" name="Oval 212"/>
            <p:cNvSpPr/>
            <p:nvPr/>
          </p:nvSpPr>
          <p:spPr>
            <a:xfrm>
              <a:off x="5164893" y="1409635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4" name="Oval 213"/>
            <p:cNvSpPr/>
            <p:nvPr/>
          </p:nvSpPr>
          <p:spPr>
            <a:xfrm>
              <a:off x="5592050" y="1419709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5" name="Oval 214"/>
            <p:cNvSpPr/>
            <p:nvPr/>
          </p:nvSpPr>
          <p:spPr>
            <a:xfrm>
              <a:off x="6351754" y="121330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6" name="Oval 215"/>
            <p:cNvSpPr/>
            <p:nvPr/>
          </p:nvSpPr>
          <p:spPr>
            <a:xfrm>
              <a:off x="5140123" y="1097853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7" name="Oval 216"/>
            <p:cNvSpPr/>
            <p:nvPr/>
          </p:nvSpPr>
          <p:spPr>
            <a:xfrm>
              <a:off x="5724175" y="1131677"/>
              <a:ext cx="288032" cy="28803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572000" y="4437112"/>
            <a:ext cx="1872208" cy="1296144"/>
            <a:chOff x="683568" y="620688"/>
            <a:chExt cx="1872208" cy="1296144"/>
          </a:xfrm>
        </p:grpSpPr>
        <p:sp>
          <p:nvSpPr>
            <p:cNvPr id="38" name="Rectangle 37"/>
            <p:cNvSpPr/>
            <p:nvPr/>
          </p:nvSpPr>
          <p:spPr>
            <a:xfrm>
              <a:off x="683568" y="620688"/>
              <a:ext cx="1872208" cy="1296144"/>
            </a:xfrm>
            <a:prstGeom prst="rect">
              <a:avLst/>
            </a:prstGeom>
            <a:solidFill>
              <a:schemeClr val="bg1"/>
            </a:solidFill>
            <a:ln w="349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Oval 38"/>
            <p:cNvSpPr/>
            <p:nvPr/>
          </p:nvSpPr>
          <p:spPr>
            <a:xfrm>
              <a:off x="919711" y="1628800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Oval 39"/>
            <p:cNvSpPr/>
            <p:nvPr/>
          </p:nvSpPr>
          <p:spPr>
            <a:xfrm>
              <a:off x="1828548" y="1048267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Oval 40"/>
            <p:cNvSpPr/>
            <p:nvPr/>
          </p:nvSpPr>
          <p:spPr>
            <a:xfrm>
              <a:off x="1475656" y="1628800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Oval 41"/>
            <p:cNvSpPr/>
            <p:nvPr/>
          </p:nvSpPr>
          <p:spPr>
            <a:xfrm>
              <a:off x="1207743" y="1296526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Oval 42"/>
            <p:cNvSpPr/>
            <p:nvPr/>
          </p:nvSpPr>
          <p:spPr>
            <a:xfrm>
              <a:off x="1661645" y="1340768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Oval 43"/>
            <p:cNvSpPr/>
            <p:nvPr/>
          </p:nvSpPr>
          <p:spPr>
            <a:xfrm>
              <a:off x="775695" y="1263155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Oval 44"/>
            <p:cNvSpPr/>
            <p:nvPr/>
          </p:nvSpPr>
          <p:spPr>
            <a:xfrm>
              <a:off x="1949677" y="1578953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Oval 45"/>
            <p:cNvSpPr/>
            <p:nvPr/>
          </p:nvSpPr>
          <p:spPr>
            <a:xfrm>
              <a:off x="2213926" y="1340768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Oval 46"/>
            <p:cNvSpPr/>
            <p:nvPr/>
          </p:nvSpPr>
          <p:spPr>
            <a:xfrm>
              <a:off x="946456" y="970654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Oval 47"/>
            <p:cNvSpPr/>
            <p:nvPr/>
          </p:nvSpPr>
          <p:spPr>
            <a:xfrm>
              <a:off x="1373613" y="980728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Oval 48"/>
            <p:cNvSpPr/>
            <p:nvPr/>
          </p:nvSpPr>
          <p:spPr>
            <a:xfrm>
              <a:off x="2133317" y="774326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Oval 49"/>
            <p:cNvSpPr/>
            <p:nvPr/>
          </p:nvSpPr>
          <p:spPr>
            <a:xfrm>
              <a:off x="921686" y="658872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Oval 50"/>
            <p:cNvSpPr/>
            <p:nvPr/>
          </p:nvSpPr>
          <p:spPr>
            <a:xfrm>
              <a:off x="1505738" y="692696"/>
              <a:ext cx="288032" cy="288032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024395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/>
          <p:cNvGrpSpPr/>
          <p:nvPr/>
        </p:nvGrpSpPr>
        <p:grpSpPr>
          <a:xfrm>
            <a:off x="3203848" y="611396"/>
            <a:ext cx="4769834" cy="3825716"/>
            <a:chOff x="3203848" y="611396"/>
            <a:chExt cx="4769834" cy="3825716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3347864" y="1196752"/>
              <a:ext cx="216024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3347864" y="2564904"/>
              <a:ext cx="216024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3358394" y="3861048"/>
              <a:ext cx="2160240" cy="0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3563888" y="764704"/>
              <a:ext cx="0" cy="432048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>
              <a:off x="4355976" y="1196752"/>
              <a:ext cx="0" cy="432048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>
              <a:off x="5148064" y="764704"/>
              <a:ext cx="0" cy="432048"/>
            </a:xfrm>
            <a:prstGeom prst="line">
              <a:avLst/>
            </a:prstGeom>
            <a:ln w="2222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 12"/>
            <p:cNvSpPr/>
            <p:nvPr/>
          </p:nvSpPr>
          <p:spPr>
            <a:xfrm>
              <a:off x="3418661" y="3412296"/>
              <a:ext cx="296214" cy="448752"/>
            </a:xfrm>
            <a:custGeom>
              <a:avLst/>
              <a:gdLst>
                <a:gd name="connsiteX0" fmla="*/ 0 w 592428"/>
                <a:gd name="connsiteY0" fmla="*/ 746984 h 759863"/>
                <a:gd name="connsiteX1" fmla="*/ 309093 w 592428"/>
                <a:gd name="connsiteY1" fmla="*/ 9 h 759863"/>
                <a:gd name="connsiteX2" fmla="*/ 592428 w 592428"/>
                <a:gd name="connsiteY2" fmla="*/ 759863 h 75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2428" h="759863">
                  <a:moveTo>
                    <a:pt x="0" y="746984"/>
                  </a:moveTo>
                  <a:cubicBezTo>
                    <a:pt x="105177" y="372423"/>
                    <a:pt x="210355" y="-2138"/>
                    <a:pt x="309093" y="9"/>
                  </a:cubicBezTo>
                  <a:cubicBezTo>
                    <a:pt x="407831" y="2155"/>
                    <a:pt x="592428" y="759863"/>
                    <a:pt x="592428" y="75986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4199777" y="2132856"/>
              <a:ext cx="296214" cy="448752"/>
            </a:xfrm>
            <a:custGeom>
              <a:avLst/>
              <a:gdLst>
                <a:gd name="connsiteX0" fmla="*/ 0 w 592428"/>
                <a:gd name="connsiteY0" fmla="*/ 746984 h 759863"/>
                <a:gd name="connsiteX1" fmla="*/ 309093 w 592428"/>
                <a:gd name="connsiteY1" fmla="*/ 9 h 759863"/>
                <a:gd name="connsiteX2" fmla="*/ 592428 w 592428"/>
                <a:gd name="connsiteY2" fmla="*/ 759863 h 75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2428" h="759863">
                  <a:moveTo>
                    <a:pt x="0" y="746984"/>
                  </a:moveTo>
                  <a:cubicBezTo>
                    <a:pt x="105177" y="372423"/>
                    <a:pt x="210355" y="-2138"/>
                    <a:pt x="309093" y="9"/>
                  </a:cubicBezTo>
                  <a:cubicBezTo>
                    <a:pt x="407831" y="2155"/>
                    <a:pt x="592428" y="759863"/>
                    <a:pt x="592428" y="75986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4999957" y="3429000"/>
              <a:ext cx="296214" cy="448752"/>
            </a:xfrm>
            <a:custGeom>
              <a:avLst/>
              <a:gdLst>
                <a:gd name="connsiteX0" fmla="*/ 0 w 592428"/>
                <a:gd name="connsiteY0" fmla="*/ 746984 h 759863"/>
                <a:gd name="connsiteX1" fmla="*/ 309093 w 592428"/>
                <a:gd name="connsiteY1" fmla="*/ 9 h 759863"/>
                <a:gd name="connsiteX2" fmla="*/ 592428 w 592428"/>
                <a:gd name="connsiteY2" fmla="*/ 759863 h 75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2428" h="759863">
                  <a:moveTo>
                    <a:pt x="0" y="746984"/>
                  </a:moveTo>
                  <a:cubicBezTo>
                    <a:pt x="105177" y="372423"/>
                    <a:pt x="210355" y="-2138"/>
                    <a:pt x="309093" y="9"/>
                  </a:cubicBezTo>
                  <a:cubicBezTo>
                    <a:pt x="407831" y="2155"/>
                    <a:pt x="592428" y="759863"/>
                    <a:pt x="592428" y="75986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" name="Freeform 16"/>
            <p:cNvSpPr/>
            <p:nvPr/>
          </p:nvSpPr>
          <p:spPr>
            <a:xfrm flipV="1">
              <a:off x="3415781" y="2548200"/>
              <a:ext cx="296214" cy="448752"/>
            </a:xfrm>
            <a:custGeom>
              <a:avLst/>
              <a:gdLst>
                <a:gd name="connsiteX0" fmla="*/ 0 w 592428"/>
                <a:gd name="connsiteY0" fmla="*/ 746984 h 759863"/>
                <a:gd name="connsiteX1" fmla="*/ 309093 w 592428"/>
                <a:gd name="connsiteY1" fmla="*/ 9 h 759863"/>
                <a:gd name="connsiteX2" fmla="*/ 592428 w 592428"/>
                <a:gd name="connsiteY2" fmla="*/ 759863 h 75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2428" h="759863">
                  <a:moveTo>
                    <a:pt x="0" y="746984"/>
                  </a:moveTo>
                  <a:cubicBezTo>
                    <a:pt x="105177" y="372423"/>
                    <a:pt x="210355" y="-2138"/>
                    <a:pt x="309093" y="9"/>
                  </a:cubicBezTo>
                  <a:cubicBezTo>
                    <a:pt x="407831" y="2155"/>
                    <a:pt x="592428" y="759863"/>
                    <a:pt x="592428" y="75986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8" name="Freeform 17"/>
            <p:cNvSpPr/>
            <p:nvPr/>
          </p:nvSpPr>
          <p:spPr>
            <a:xfrm flipV="1">
              <a:off x="4995866" y="2548200"/>
              <a:ext cx="296214" cy="448752"/>
            </a:xfrm>
            <a:custGeom>
              <a:avLst/>
              <a:gdLst>
                <a:gd name="connsiteX0" fmla="*/ 0 w 592428"/>
                <a:gd name="connsiteY0" fmla="*/ 746984 h 759863"/>
                <a:gd name="connsiteX1" fmla="*/ 309093 w 592428"/>
                <a:gd name="connsiteY1" fmla="*/ 9 h 759863"/>
                <a:gd name="connsiteX2" fmla="*/ 592428 w 592428"/>
                <a:gd name="connsiteY2" fmla="*/ 759863 h 75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2428" h="759863">
                  <a:moveTo>
                    <a:pt x="0" y="746984"/>
                  </a:moveTo>
                  <a:cubicBezTo>
                    <a:pt x="105177" y="372423"/>
                    <a:pt x="210355" y="-2138"/>
                    <a:pt x="309093" y="9"/>
                  </a:cubicBezTo>
                  <a:cubicBezTo>
                    <a:pt x="407831" y="2155"/>
                    <a:pt x="592428" y="759863"/>
                    <a:pt x="592428" y="75986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9" name="Freeform 18"/>
            <p:cNvSpPr/>
            <p:nvPr/>
          </p:nvSpPr>
          <p:spPr>
            <a:xfrm flipV="1">
              <a:off x="4207869" y="3861048"/>
              <a:ext cx="296214" cy="448752"/>
            </a:xfrm>
            <a:custGeom>
              <a:avLst/>
              <a:gdLst>
                <a:gd name="connsiteX0" fmla="*/ 0 w 592428"/>
                <a:gd name="connsiteY0" fmla="*/ 746984 h 759863"/>
                <a:gd name="connsiteX1" fmla="*/ 309093 w 592428"/>
                <a:gd name="connsiteY1" fmla="*/ 9 h 759863"/>
                <a:gd name="connsiteX2" fmla="*/ 592428 w 592428"/>
                <a:gd name="connsiteY2" fmla="*/ 759863 h 759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2428" h="759863">
                  <a:moveTo>
                    <a:pt x="0" y="746984"/>
                  </a:moveTo>
                  <a:cubicBezTo>
                    <a:pt x="105177" y="372423"/>
                    <a:pt x="210355" y="-2138"/>
                    <a:pt x="309093" y="9"/>
                  </a:cubicBezTo>
                  <a:cubicBezTo>
                    <a:pt x="407831" y="2155"/>
                    <a:pt x="592428" y="759863"/>
                    <a:pt x="592428" y="759863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0" name="Right Brace 19"/>
            <p:cNvSpPr/>
            <p:nvPr/>
          </p:nvSpPr>
          <p:spPr>
            <a:xfrm>
              <a:off x="5652120" y="764704"/>
              <a:ext cx="576064" cy="2232248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ight Brace 20"/>
            <p:cNvSpPr/>
            <p:nvPr/>
          </p:nvSpPr>
          <p:spPr>
            <a:xfrm>
              <a:off x="5652120" y="2996952"/>
              <a:ext cx="576064" cy="1312848"/>
            </a:xfrm>
            <a:prstGeom prst="rightBrac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263163" y="61139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+</a:t>
              </a:r>
              <a:endParaRPr lang="en-GB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860032" y="62068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+</a:t>
              </a:r>
              <a:endParaRPr lang="en-GB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983886" y="197954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+</a:t>
              </a:r>
              <a:endParaRPr lang="en-GB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203848" y="3275692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+</a:t>
              </a:r>
              <a:endParaRPr lang="en-GB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4788024" y="3284984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+</a:t>
              </a:r>
              <a:endParaRPr lang="en-GB" dirty="0">
                <a:solidFill>
                  <a:schemeClr val="accent1">
                    <a:lumMod val="40000"/>
                    <a:lumOff val="60000"/>
                  </a:schemeClr>
                </a:solidFill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4100778" y="1412776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-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236682" y="2771636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-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60032" y="2771636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-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067944" y="4067780"/>
              <a:ext cx="2551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chemeClr val="accent1">
                      <a:lumMod val="40000"/>
                      <a:lumOff val="60000"/>
                    </a:schemeClr>
                  </a:solidFill>
                </a:rPr>
                <a:t>-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234167" y="1696162"/>
              <a:ext cx="11728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Real space</a:t>
              </a:r>
              <a:endParaRPr lang="en-GB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34167" y="3457334"/>
              <a:ext cx="17395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Reciprocal space</a:t>
              </a:r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76316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/>
          <p:cNvGrpSpPr/>
          <p:nvPr/>
        </p:nvGrpSpPr>
        <p:grpSpPr>
          <a:xfrm>
            <a:off x="1245431" y="1335668"/>
            <a:ext cx="2125199" cy="3467189"/>
            <a:chOff x="1245431" y="1335668"/>
            <a:chExt cx="2125199" cy="3467189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1475656" y="1556792"/>
              <a:ext cx="360040" cy="296416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 flipV="1">
              <a:off x="2051720" y="1556792"/>
              <a:ext cx="360040" cy="296416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/>
            <p:cNvSpPr txBox="1"/>
            <p:nvPr/>
          </p:nvSpPr>
          <p:spPr>
            <a:xfrm>
              <a:off x="1775281" y="1335668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O</a:t>
              </a:r>
              <a:endParaRPr lang="en-GB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245431" y="1692121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H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321607" y="1690808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H</a:t>
              </a:r>
            </a:p>
          </p:txBody>
        </p:sp>
        <p:cxnSp>
          <p:nvCxnSpPr>
            <p:cNvPr id="15" name="Straight Connector 14"/>
            <p:cNvCxnSpPr/>
            <p:nvPr/>
          </p:nvCxnSpPr>
          <p:spPr>
            <a:xfrm flipH="1">
              <a:off x="1475656" y="2930044"/>
              <a:ext cx="360040" cy="296416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 flipH="1" flipV="1">
              <a:off x="2051720" y="2930044"/>
              <a:ext cx="360040" cy="296416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775281" y="2708920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O</a:t>
              </a:r>
              <a:endParaRPr lang="en-GB" dirty="0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245431" y="3065373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H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21607" y="3064060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H</a:t>
              </a:r>
            </a:p>
          </p:txBody>
        </p:sp>
        <p:cxnSp>
          <p:nvCxnSpPr>
            <p:cNvPr id="20" name="Straight Connector 19"/>
            <p:cNvCxnSpPr/>
            <p:nvPr/>
          </p:nvCxnSpPr>
          <p:spPr>
            <a:xfrm flipH="1">
              <a:off x="1475656" y="4298196"/>
              <a:ext cx="360040" cy="296416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 flipV="1">
              <a:off x="2051720" y="4298196"/>
              <a:ext cx="360040" cy="296416"/>
            </a:xfrm>
            <a:prstGeom prst="line">
              <a:avLst/>
            </a:prstGeom>
            <a:ln w="3175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>
            <a:xfrm>
              <a:off x="1775281" y="4077072"/>
              <a:ext cx="3369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 smtClean="0"/>
                <a:t>O</a:t>
              </a:r>
              <a:endParaRPr lang="en-GB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245431" y="4433525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H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321607" y="4432212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H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650543" y="1483876"/>
              <a:ext cx="712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3-site</a:t>
              </a:r>
              <a:endParaRPr lang="en-GB" b="1" dirty="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2650542" y="2787193"/>
              <a:ext cx="712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/>
                <a:t>4</a:t>
              </a:r>
              <a:r>
                <a:rPr lang="en-GB" b="1" dirty="0" smtClean="0"/>
                <a:t>-site</a:t>
              </a:r>
              <a:endParaRPr lang="en-GB" b="1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658191" y="4225079"/>
              <a:ext cx="7124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 smtClean="0"/>
                <a:t>5-site</a:t>
              </a:r>
              <a:endParaRPr lang="en-GB" b="1" dirty="0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1794389" y="2902773"/>
              <a:ext cx="301686" cy="256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aseline="-25000" dirty="0" smtClean="0"/>
                <a:t>M</a:t>
              </a:r>
              <a:endParaRPr lang="en-GB" sz="1600" baseline="-250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051720" y="3820592"/>
              <a:ext cx="242374" cy="256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aseline="-25000" dirty="0"/>
                <a:t>L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593322" y="3814798"/>
              <a:ext cx="242374" cy="2564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600" baseline="-25000" dirty="0"/>
                <a:t>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22865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31</Words>
  <Application>Microsoft Office PowerPoint</Application>
  <PresentationFormat>On-screen Show (4:3)</PresentationFormat>
  <Paragraphs>29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ChrisAndLucy</dc:creator>
  <cp:lastModifiedBy>ChrisAndLucy</cp:lastModifiedBy>
  <cp:revision>8</cp:revision>
  <dcterms:created xsi:type="dcterms:W3CDTF">2014-12-30T10:20:03Z</dcterms:created>
  <dcterms:modified xsi:type="dcterms:W3CDTF">2015-01-16T11:59:37Z</dcterms:modified>
</cp:coreProperties>
</file>